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1"/>
  </p:notesMasterIdLst>
  <p:sldIdLst>
    <p:sldId id="256" r:id="rId2"/>
    <p:sldId id="258" r:id="rId3"/>
    <p:sldId id="261" r:id="rId4"/>
    <p:sldId id="259" r:id="rId5"/>
    <p:sldId id="262" r:id="rId6"/>
    <p:sldId id="263" r:id="rId7"/>
    <p:sldId id="276" r:id="rId8"/>
    <p:sldId id="264" r:id="rId9"/>
    <p:sldId id="275" r:id="rId10"/>
  </p:sldIdLst>
  <p:sldSz cx="9144000" cy="5143500" type="screen16x9"/>
  <p:notesSz cx="6858000" cy="9144000"/>
  <p:embeddedFontLst>
    <p:embeddedFont>
      <p:font typeface="Bebas Neue" panose="020F0502020204030204" pitchFamily="34" charset="0"/>
      <p:regular r:id="rId12"/>
    </p:embeddedFont>
    <p:embeddedFont>
      <p:font typeface="Noto Sans" panose="020B0502040204020203" pitchFamily="34" charset="0"/>
      <p:regular r:id="rId13"/>
      <p:bold r:id="rId14"/>
      <p:italic r:id="rId15"/>
      <p:boldItalic r:id="rId16"/>
    </p:embeddedFont>
    <p:embeddedFont>
      <p:font typeface="Raleway" panose="020F0502020204030204" pitchFamily="2" charset="0"/>
      <p:regular r:id="rId17"/>
      <p:bold r:id="rId18"/>
      <p:italic r:id="rId19"/>
      <p:boldItalic r:id="rId20"/>
    </p:embeddedFont>
    <p:embeddedFont>
      <p:font typeface="Teko" panose="020B0604020202020204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2C219298-16E1-4EBB-A3A1-7EF1D50A5E66}">
          <p14:sldIdLst>
            <p14:sldId id="256"/>
            <p14:sldId id="258"/>
            <p14:sldId id="261"/>
            <p14:sldId id="259"/>
            <p14:sldId id="262"/>
            <p14:sldId id="263"/>
            <p14:sldId id="276"/>
            <p14:sldId id="264"/>
          </p14:sldIdLst>
        </p14:section>
        <p14:section name="Sección sin título" id="{82166723-3A66-4898-A57A-304A9C2EA3AE}">
          <p14:sldIdLst>
            <p14:sldId id="27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2BD61D-CBA8-46ED-BBD6-82508EC30E70}" v="77" dt="2025-04-08T06:21:03.064"/>
  </p1510:revLst>
</p1510:revInfo>
</file>

<file path=ppt/tableStyles.xml><?xml version="1.0" encoding="utf-8"?>
<a:tblStyleLst xmlns:a="http://schemas.openxmlformats.org/drawingml/2006/main" def="{45CEE6D2-3319-43FE-A73B-234CCE8A2C37}">
  <a:tblStyle styleId="{45CEE6D2-3319-43FE-A73B-234CCE8A2C3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D5B680B-35C5-43D9-8CBF-DE916D99C05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4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ff18b49f31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1ff18b49f31_1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110860aa57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110860aa57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1125d80b419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1125d80b419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125d80b419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1125d80b419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>
          <a:extLst>
            <a:ext uri="{FF2B5EF4-FFF2-40B4-BE49-F238E27FC236}">
              <a16:creationId xmlns:a16="http://schemas.microsoft.com/office/drawing/2014/main" id="{9BE8AE06-9106-DB1E-827C-8A7F4A323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1125d80b419_0_49:notes">
            <a:extLst>
              <a:ext uri="{FF2B5EF4-FFF2-40B4-BE49-F238E27FC236}">
                <a16:creationId xmlns:a16="http://schemas.microsoft.com/office/drawing/2014/main" id="{7C16B37E-E791-6C33-EE68-14D692E912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1125d80b419_0_49:notes">
            <a:extLst>
              <a:ext uri="{FF2B5EF4-FFF2-40B4-BE49-F238E27FC236}">
                <a16:creationId xmlns:a16="http://schemas.microsoft.com/office/drawing/2014/main" id="{D9EB478D-C8C3-7429-ABC2-5B3431C460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50088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1125d80b419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1125d80b419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1125d80b419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1125d80b419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5275" y="1183925"/>
            <a:ext cx="7713600" cy="230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5125" y="3550075"/>
            <a:ext cx="77136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Noto Sans"/>
                <a:ea typeface="Noto Sans"/>
                <a:cs typeface="Noto Sans"/>
                <a:sym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8617050" y="1465150"/>
            <a:ext cx="1275878" cy="1275878"/>
          </a:xfrm>
          <a:custGeom>
            <a:avLst/>
            <a:gdLst/>
            <a:ahLst/>
            <a:cxnLst/>
            <a:rect l="l" t="t" r="r" b="b"/>
            <a:pathLst>
              <a:path w="18890" h="18890" extrusionOk="0">
                <a:moveTo>
                  <a:pt x="15528" y="3361"/>
                </a:moveTo>
                <a:cubicBezTo>
                  <a:pt x="12169" y="1"/>
                  <a:pt x="6721" y="1"/>
                  <a:pt x="3360" y="3361"/>
                </a:cubicBezTo>
                <a:cubicBezTo>
                  <a:pt x="1" y="6721"/>
                  <a:pt x="1" y="12169"/>
                  <a:pt x="3360" y="15530"/>
                </a:cubicBezTo>
                <a:cubicBezTo>
                  <a:pt x="6721" y="18889"/>
                  <a:pt x="12169" y="18889"/>
                  <a:pt x="15528" y="15530"/>
                </a:cubicBezTo>
                <a:cubicBezTo>
                  <a:pt x="18889" y="12169"/>
                  <a:pt x="18889" y="6721"/>
                  <a:pt x="15528" y="3361"/>
                </a:cubicBezTo>
                <a:close/>
                <a:moveTo>
                  <a:pt x="11918" y="11918"/>
                </a:moveTo>
                <a:cubicBezTo>
                  <a:pt x="10551" y="13283"/>
                  <a:pt x="8337" y="13283"/>
                  <a:pt x="6972" y="11918"/>
                </a:cubicBezTo>
                <a:cubicBezTo>
                  <a:pt x="5607" y="10553"/>
                  <a:pt x="5607" y="8338"/>
                  <a:pt x="6972" y="6972"/>
                </a:cubicBezTo>
                <a:cubicBezTo>
                  <a:pt x="8337" y="5607"/>
                  <a:pt x="10551" y="5607"/>
                  <a:pt x="11918" y="6972"/>
                </a:cubicBezTo>
                <a:cubicBezTo>
                  <a:pt x="13283" y="8338"/>
                  <a:pt x="13283" y="10553"/>
                  <a:pt x="11918" y="1191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4121350"/>
            <a:ext cx="2976644" cy="1022147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-750475" y="2343626"/>
            <a:ext cx="1376845" cy="1376845"/>
          </a:xfrm>
          <a:custGeom>
            <a:avLst/>
            <a:gdLst/>
            <a:ahLst/>
            <a:cxnLst/>
            <a:rect l="l" t="t" r="r" b="b"/>
            <a:pathLst>
              <a:path w="18890" h="18890" extrusionOk="0">
                <a:moveTo>
                  <a:pt x="15528" y="3361"/>
                </a:moveTo>
                <a:cubicBezTo>
                  <a:pt x="12169" y="1"/>
                  <a:pt x="6721" y="1"/>
                  <a:pt x="3360" y="3361"/>
                </a:cubicBezTo>
                <a:cubicBezTo>
                  <a:pt x="1" y="6721"/>
                  <a:pt x="1" y="12169"/>
                  <a:pt x="3360" y="15530"/>
                </a:cubicBezTo>
                <a:cubicBezTo>
                  <a:pt x="6721" y="18889"/>
                  <a:pt x="12169" y="18889"/>
                  <a:pt x="15528" y="15530"/>
                </a:cubicBezTo>
                <a:cubicBezTo>
                  <a:pt x="18889" y="12169"/>
                  <a:pt x="18889" y="6721"/>
                  <a:pt x="15528" y="3361"/>
                </a:cubicBezTo>
                <a:close/>
                <a:moveTo>
                  <a:pt x="11918" y="11918"/>
                </a:moveTo>
                <a:cubicBezTo>
                  <a:pt x="10551" y="13283"/>
                  <a:pt x="8337" y="13283"/>
                  <a:pt x="6972" y="11918"/>
                </a:cubicBezTo>
                <a:cubicBezTo>
                  <a:pt x="5607" y="10553"/>
                  <a:pt x="5607" y="8338"/>
                  <a:pt x="6972" y="6972"/>
                </a:cubicBezTo>
                <a:cubicBezTo>
                  <a:pt x="8337" y="5607"/>
                  <a:pt x="10551" y="5607"/>
                  <a:pt x="11918" y="6972"/>
                </a:cubicBezTo>
                <a:cubicBezTo>
                  <a:pt x="13283" y="8338"/>
                  <a:pt x="13283" y="10553"/>
                  <a:pt x="11918" y="1191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 rot="10800000">
            <a:off x="6167350" y="-6777"/>
            <a:ext cx="2976644" cy="1022147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subTitle" idx="1"/>
          </p:nvPr>
        </p:nvSpPr>
        <p:spPr>
          <a:xfrm>
            <a:off x="1290775" y="2288770"/>
            <a:ext cx="2907600" cy="49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2"/>
          </p:nvPr>
        </p:nvSpPr>
        <p:spPr>
          <a:xfrm>
            <a:off x="4945650" y="2288770"/>
            <a:ext cx="2907600" cy="49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3"/>
          </p:nvPr>
        </p:nvSpPr>
        <p:spPr>
          <a:xfrm>
            <a:off x="1290775" y="2715970"/>
            <a:ext cx="2907600" cy="181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4"/>
          </p:nvPr>
        </p:nvSpPr>
        <p:spPr>
          <a:xfrm>
            <a:off x="4945650" y="2715970"/>
            <a:ext cx="2907600" cy="181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/>
          <p:nvPr/>
        </p:nvSpPr>
        <p:spPr>
          <a:xfrm rot="10800000" flipH="1">
            <a:off x="0" y="0"/>
            <a:ext cx="2571719" cy="883100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5"/>
          <p:cNvSpPr/>
          <p:nvPr/>
        </p:nvSpPr>
        <p:spPr>
          <a:xfrm flipH="1">
            <a:off x="6740252" y="4318149"/>
            <a:ext cx="2403746" cy="825420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4184500" y="917375"/>
            <a:ext cx="4244400" cy="10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1"/>
          </p:nvPr>
        </p:nvSpPr>
        <p:spPr>
          <a:xfrm>
            <a:off x="4184500" y="2019925"/>
            <a:ext cx="4244400" cy="22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>
            <a:spLocks noGrp="1"/>
          </p:cNvSpPr>
          <p:nvPr>
            <p:ph type="pic" idx="2"/>
          </p:nvPr>
        </p:nvSpPr>
        <p:spPr>
          <a:xfrm>
            <a:off x="0" y="0"/>
            <a:ext cx="3513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7"/>
          <p:cNvSpPr/>
          <p:nvPr/>
        </p:nvSpPr>
        <p:spPr>
          <a:xfrm rot="10800000">
            <a:off x="6899273" y="-64"/>
            <a:ext cx="2244725" cy="770814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7"/>
          <p:cNvSpPr/>
          <p:nvPr/>
        </p:nvSpPr>
        <p:spPr>
          <a:xfrm flipH="1">
            <a:off x="6899273" y="4372686"/>
            <a:ext cx="2244725" cy="770814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9" name="Google Shape;49;p8"/>
          <p:cNvSpPr/>
          <p:nvPr/>
        </p:nvSpPr>
        <p:spPr>
          <a:xfrm flipH="1">
            <a:off x="6170859" y="4121350"/>
            <a:ext cx="2976644" cy="1022147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8"/>
          <p:cNvSpPr/>
          <p:nvPr/>
        </p:nvSpPr>
        <p:spPr>
          <a:xfrm rot="10800000" flipH="1">
            <a:off x="-2864" y="0"/>
            <a:ext cx="2976644" cy="1022147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8"/>
          <p:cNvSpPr/>
          <p:nvPr/>
        </p:nvSpPr>
        <p:spPr>
          <a:xfrm flipH="1">
            <a:off x="-923172" y="1415182"/>
            <a:ext cx="1635402" cy="1635402"/>
          </a:xfrm>
          <a:custGeom>
            <a:avLst/>
            <a:gdLst/>
            <a:ahLst/>
            <a:cxnLst/>
            <a:rect l="l" t="t" r="r" b="b"/>
            <a:pathLst>
              <a:path w="18890" h="18890" extrusionOk="0">
                <a:moveTo>
                  <a:pt x="15528" y="3361"/>
                </a:moveTo>
                <a:cubicBezTo>
                  <a:pt x="12169" y="1"/>
                  <a:pt x="6721" y="1"/>
                  <a:pt x="3360" y="3361"/>
                </a:cubicBezTo>
                <a:cubicBezTo>
                  <a:pt x="1" y="6721"/>
                  <a:pt x="1" y="12169"/>
                  <a:pt x="3360" y="15530"/>
                </a:cubicBezTo>
                <a:cubicBezTo>
                  <a:pt x="6721" y="18889"/>
                  <a:pt x="12169" y="18889"/>
                  <a:pt x="15528" y="15530"/>
                </a:cubicBezTo>
                <a:cubicBezTo>
                  <a:pt x="18889" y="12169"/>
                  <a:pt x="18889" y="6721"/>
                  <a:pt x="15528" y="3361"/>
                </a:cubicBezTo>
                <a:close/>
                <a:moveTo>
                  <a:pt x="11918" y="11918"/>
                </a:moveTo>
                <a:cubicBezTo>
                  <a:pt x="10551" y="13283"/>
                  <a:pt x="8337" y="13283"/>
                  <a:pt x="6972" y="11918"/>
                </a:cubicBezTo>
                <a:cubicBezTo>
                  <a:pt x="5607" y="10553"/>
                  <a:pt x="5607" y="8338"/>
                  <a:pt x="6972" y="6972"/>
                </a:cubicBezTo>
                <a:cubicBezTo>
                  <a:pt x="8337" y="5607"/>
                  <a:pt x="10551" y="5607"/>
                  <a:pt x="11918" y="6972"/>
                </a:cubicBezTo>
                <a:cubicBezTo>
                  <a:pt x="13283" y="8338"/>
                  <a:pt x="13283" y="10553"/>
                  <a:pt x="11918" y="1191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8"/>
          <p:cNvSpPr/>
          <p:nvPr/>
        </p:nvSpPr>
        <p:spPr>
          <a:xfrm flipH="1">
            <a:off x="8572169" y="2648226"/>
            <a:ext cx="1022185" cy="1022185"/>
          </a:xfrm>
          <a:custGeom>
            <a:avLst/>
            <a:gdLst/>
            <a:ahLst/>
            <a:cxnLst/>
            <a:rect l="l" t="t" r="r" b="b"/>
            <a:pathLst>
              <a:path w="18890" h="18890" extrusionOk="0">
                <a:moveTo>
                  <a:pt x="15528" y="3361"/>
                </a:moveTo>
                <a:cubicBezTo>
                  <a:pt x="12169" y="1"/>
                  <a:pt x="6721" y="1"/>
                  <a:pt x="3360" y="3361"/>
                </a:cubicBezTo>
                <a:cubicBezTo>
                  <a:pt x="1" y="6721"/>
                  <a:pt x="1" y="12169"/>
                  <a:pt x="3360" y="15530"/>
                </a:cubicBezTo>
                <a:cubicBezTo>
                  <a:pt x="6721" y="18889"/>
                  <a:pt x="12169" y="18889"/>
                  <a:pt x="15528" y="15530"/>
                </a:cubicBezTo>
                <a:cubicBezTo>
                  <a:pt x="18889" y="12169"/>
                  <a:pt x="18889" y="6721"/>
                  <a:pt x="15528" y="3361"/>
                </a:cubicBezTo>
                <a:close/>
                <a:moveTo>
                  <a:pt x="11918" y="11918"/>
                </a:moveTo>
                <a:cubicBezTo>
                  <a:pt x="10551" y="13283"/>
                  <a:pt x="8337" y="13283"/>
                  <a:pt x="6972" y="11918"/>
                </a:cubicBezTo>
                <a:cubicBezTo>
                  <a:pt x="5607" y="10553"/>
                  <a:pt x="5607" y="8338"/>
                  <a:pt x="6972" y="6972"/>
                </a:cubicBezTo>
                <a:cubicBezTo>
                  <a:pt x="8337" y="5607"/>
                  <a:pt x="10551" y="5607"/>
                  <a:pt x="11918" y="6972"/>
                </a:cubicBezTo>
                <a:cubicBezTo>
                  <a:pt x="13283" y="8338"/>
                  <a:pt x="13283" y="10553"/>
                  <a:pt x="11918" y="1191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title"/>
          </p:nvPr>
        </p:nvSpPr>
        <p:spPr>
          <a:xfrm>
            <a:off x="2241425" y="129310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2241475" y="216860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/>
          <p:nvPr/>
        </p:nvSpPr>
        <p:spPr>
          <a:xfrm flipH="1">
            <a:off x="-750475" y="1465150"/>
            <a:ext cx="1275878" cy="1275878"/>
          </a:xfrm>
          <a:custGeom>
            <a:avLst/>
            <a:gdLst/>
            <a:ahLst/>
            <a:cxnLst/>
            <a:rect l="l" t="t" r="r" b="b"/>
            <a:pathLst>
              <a:path w="18890" h="18890" extrusionOk="0">
                <a:moveTo>
                  <a:pt x="15528" y="3361"/>
                </a:moveTo>
                <a:cubicBezTo>
                  <a:pt x="12169" y="1"/>
                  <a:pt x="6721" y="1"/>
                  <a:pt x="3360" y="3361"/>
                </a:cubicBezTo>
                <a:cubicBezTo>
                  <a:pt x="1" y="6721"/>
                  <a:pt x="1" y="12169"/>
                  <a:pt x="3360" y="15530"/>
                </a:cubicBezTo>
                <a:cubicBezTo>
                  <a:pt x="6721" y="18889"/>
                  <a:pt x="12169" y="18889"/>
                  <a:pt x="15528" y="15530"/>
                </a:cubicBezTo>
                <a:cubicBezTo>
                  <a:pt x="18889" y="12169"/>
                  <a:pt x="18889" y="6721"/>
                  <a:pt x="15528" y="3361"/>
                </a:cubicBezTo>
                <a:close/>
                <a:moveTo>
                  <a:pt x="11918" y="11918"/>
                </a:moveTo>
                <a:cubicBezTo>
                  <a:pt x="10551" y="13283"/>
                  <a:pt x="8337" y="13283"/>
                  <a:pt x="6972" y="11918"/>
                </a:cubicBezTo>
                <a:cubicBezTo>
                  <a:pt x="5607" y="10553"/>
                  <a:pt x="5607" y="8338"/>
                  <a:pt x="6972" y="6972"/>
                </a:cubicBezTo>
                <a:cubicBezTo>
                  <a:pt x="8337" y="5607"/>
                  <a:pt x="10551" y="5607"/>
                  <a:pt x="11918" y="6972"/>
                </a:cubicBezTo>
                <a:cubicBezTo>
                  <a:pt x="13283" y="8338"/>
                  <a:pt x="13283" y="10553"/>
                  <a:pt x="11918" y="1191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9"/>
          <p:cNvSpPr/>
          <p:nvPr/>
        </p:nvSpPr>
        <p:spPr>
          <a:xfrm flipH="1">
            <a:off x="6165809" y="4121350"/>
            <a:ext cx="2976644" cy="1022147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9"/>
          <p:cNvSpPr/>
          <p:nvPr/>
        </p:nvSpPr>
        <p:spPr>
          <a:xfrm flipH="1">
            <a:off x="8516083" y="2343626"/>
            <a:ext cx="1376845" cy="1376845"/>
          </a:xfrm>
          <a:custGeom>
            <a:avLst/>
            <a:gdLst/>
            <a:ahLst/>
            <a:cxnLst/>
            <a:rect l="l" t="t" r="r" b="b"/>
            <a:pathLst>
              <a:path w="18890" h="18890" extrusionOk="0">
                <a:moveTo>
                  <a:pt x="15528" y="3361"/>
                </a:moveTo>
                <a:cubicBezTo>
                  <a:pt x="12169" y="1"/>
                  <a:pt x="6721" y="1"/>
                  <a:pt x="3360" y="3361"/>
                </a:cubicBezTo>
                <a:cubicBezTo>
                  <a:pt x="1" y="6721"/>
                  <a:pt x="1" y="12169"/>
                  <a:pt x="3360" y="15530"/>
                </a:cubicBezTo>
                <a:cubicBezTo>
                  <a:pt x="6721" y="18889"/>
                  <a:pt x="12169" y="18889"/>
                  <a:pt x="15528" y="15530"/>
                </a:cubicBezTo>
                <a:cubicBezTo>
                  <a:pt x="18889" y="12169"/>
                  <a:pt x="18889" y="6721"/>
                  <a:pt x="15528" y="3361"/>
                </a:cubicBezTo>
                <a:close/>
                <a:moveTo>
                  <a:pt x="11918" y="11918"/>
                </a:moveTo>
                <a:cubicBezTo>
                  <a:pt x="10551" y="13283"/>
                  <a:pt x="8337" y="13283"/>
                  <a:pt x="6972" y="11918"/>
                </a:cubicBezTo>
                <a:cubicBezTo>
                  <a:pt x="5607" y="10553"/>
                  <a:pt x="5607" y="8338"/>
                  <a:pt x="6972" y="6972"/>
                </a:cubicBezTo>
                <a:cubicBezTo>
                  <a:pt x="8337" y="5607"/>
                  <a:pt x="10551" y="5607"/>
                  <a:pt x="11918" y="6972"/>
                </a:cubicBezTo>
                <a:cubicBezTo>
                  <a:pt x="13283" y="8338"/>
                  <a:pt x="13283" y="10553"/>
                  <a:pt x="11918" y="1191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9"/>
          <p:cNvSpPr/>
          <p:nvPr/>
        </p:nvSpPr>
        <p:spPr>
          <a:xfrm rot="10800000" flipH="1">
            <a:off x="-1541" y="0"/>
            <a:ext cx="2976644" cy="1022147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5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/>
          <p:nvPr/>
        </p:nvSpPr>
        <p:spPr>
          <a:xfrm>
            <a:off x="0" y="4389949"/>
            <a:ext cx="2194702" cy="753637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3"/>
          <p:cNvSpPr/>
          <p:nvPr/>
        </p:nvSpPr>
        <p:spPr>
          <a:xfrm rot="10800000">
            <a:off x="6899273" y="-64"/>
            <a:ext cx="2244725" cy="770814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title" idx="2" hasCustomPrompt="1"/>
          </p:nvPr>
        </p:nvSpPr>
        <p:spPr>
          <a:xfrm>
            <a:off x="1505400" y="1355773"/>
            <a:ext cx="734700" cy="5727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 idx="3" hasCustomPrompt="1"/>
          </p:nvPr>
        </p:nvSpPr>
        <p:spPr>
          <a:xfrm>
            <a:off x="1505400" y="2941602"/>
            <a:ext cx="734700" cy="5727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7" name="Google Shape;77;p13"/>
          <p:cNvSpPr txBox="1">
            <a:spLocks noGrp="1"/>
          </p:cNvSpPr>
          <p:nvPr>
            <p:ph type="title" idx="4" hasCustomPrompt="1"/>
          </p:nvPr>
        </p:nvSpPr>
        <p:spPr>
          <a:xfrm>
            <a:off x="4204675" y="1355773"/>
            <a:ext cx="734700" cy="5727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5" hasCustomPrompt="1"/>
          </p:nvPr>
        </p:nvSpPr>
        <p:spPr>
          <a:xfrm>
            <a:off x="4204675" y="2941602"/>
            <a:ext cx="734700" cy="5727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6" hasCustomPrompt="1"/>
          </p:nvPr>
        </p:nvSpPr>
        <p:spPr>
          <a:xfrm>
            <a:off x="6903950" y="1355773"/>
            <a:ext cx="734700" cy="5727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7" hasCustomPrompt="1"/>
          </p:nvPr>
        </p:nvSpPr>
        <p:spPr>
          <a:xfrm>
            <a:off x="6903950" y="2941602"/>
            <a:ext cx="734700" cy="5727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1"/>
          </p:nvPr>
        </p:nvSpPr>
        <p:spPr>
          <a:xfrm>
            <a:off x="720000" y="1921475"/>
            <a:ext cx="2305500" cy="8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8"/>
          </p:nvPr>
        </p:nvSpPr>
        <p:spPr>
          <a:xfrm>
            <a:off x="3419275" y="1921475"/>
            <a:ext cx="2305500" cy="8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9"/>
          </p:nvPr>
        </p:nvSpPr>
        <p:spPr>
          <a:xfrm>
            <a:off x="6118550" y="1921475"/>
            <a:ext cx="2305500" cy="8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13"/>
          </p:nvPr>
        </p:nvSpPr>
        <p:spPr>
          <a:xfrm>
            <a:off x="720000" y="3507350"/>
            <a:ext cx="2305500" cy="8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4"/>
          </p:nvPr>
        </p:nvSpPr>
        <p:spPr>
          <a:xfrm>
            <a:off x="3419275" y="3507350"/>
            <a:ext cx="2305500" cy="8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5"/>
          </p:nvPr>
        </p:nvSpPr>
        <p:spPr>
          <a:xfrm>
            <a:off x="6118550" y="3507350"/>
            <a:ext cx="2305500" cy="8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7963775" y="4711526"/>
            <a:ext cx="930238" cy="930238"/>
          </a:xfrm>
          <a:custGeom>
            <a:avLst/>
            <a:gdLst/>
            <a:ahLst/>
            <a:cxnLst/>
            <a:rect l="l" t="t" r="r" b="b"/>
            <a:pathLst>
              <a:path w="18890" h="18890" extrusionOk="0">
                <a:moveTo>
                  <a:pt x="15528" y="3361"/>
                </a:moveTo>
                <a:cubicBezTo>
                  <a:pt x="12169" y="1"/>
                  <a:pt x="6721" y="1"/>
                  <a:pt x="3360" y="3361"/>
                </a:cubicBezTo>
                <a:cubicBezTo>
                  <a:pt x="1" y="6721"/>
                  <a:pt x="1" y="12169"/>
                  <a:pt x="3360" y="15530"/>
                </a:cubicBezTo>
                <a:cubicBezTo>
                  <a:pt x="6721" y="18889"/>
                  <a:pt x="12169" y="18889"/>
                  <a:pt x="15528" y="15530"/>
                </a:cubicBezTo>
                <a:cubicBezTo>
                  <a:pt x="18889" y="12169"/>
                  <a:pt x="18889" y="6721"/>
                  <a:pt x="15528" y="3361"/>
                </a:cubicBezTo>
                <a:close/>
                <a:moveTo>
                  <a:pt x="11918" y="11918"/>
                </a:moveTo>
                <a:cubicBezTo>
                  <a:pt x="10551" y="13283"/>
                  <a:pt x="8337" y="13283"/>
                  <a:pt x="6972" y="11918"/>
                </a:cubicBezTo>
                <a:cubicBezTo>
                  <a:pt x="5607" y="10553"/>
                  <a:pt x="5607" y="8338"/>
                  <a:pt x="6972" y="6972"/>
                </a:cubicBezTo>
                <a:cubicBezTo>
                  <a:pt x="8337" y="5607"/>
                  <a:pt x="10551" y="5607"/>
                  <a:pt x="11918" y="6972"/>
                </a:cubicBezTo>
                <a:cubicBezTo>
                  <a:pt x="13283" y="8338"/>
                  <a:pt x="13283" y="10553"/>
                  <a:pt x="11918" y="1191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subTitle" idx="1"/>
          </p:nvPr>
        </p:nvSpPr>
        <p:spPr>
          <a:xfrm>
            <a:off x="714973" y="2469500"/>
            <a:ext cx="2180400" cy="41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subTitle" idx="2"/>
          </p:nvPr>
        </p:nvSpPr>
        <p:spPr>
          <a:xfrm>
            <a:off x="714975" y="2816700"/>
            <a:ext cx="2180400" cy="15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subTitle" idx="3"/>
          </p:nvPr>
        </p:nvSpPr>
        <p:spPr>
          <a:xfrm>
            <a:off x="3481788" y="2816700"/>
            <a:ext cx="2180400" cy="15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6"/>
          <p:cNvSpPr txBox="1">
            <a:spLocks noGrp="1"/>
          </p:cNvSpPr>
          <p:nvPr>
            <p:ph type="subTitle" idx="4"/>
          </p:nvPr>
        </p:nvSpPr>
        <p:spPr>
          <a:xfrm>
            <a:off x="6248626" y="2816700"/>
            <a:ext cx="2180400" cy="15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6"/>
          <p:cNvSpPr txBox="1">
            <a:spLocks noGrp="1"/>
          </p:cNvSpPr>
          <p:nvPr>
            <p:ph type="subTitle" idx="5"/>
          </p:nvPr>
        </p:nvSpPr>
        <p:spPr>
          <a:xfrm>
            <a:off x="3481788" y="2469500"/>
            <a:ext cx="2180400" cy="41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8" name="Google Shape;108;p16"/>
          <p:cNvSpPr txBox="1">
            <a:spLocks noGrp="1"/>
          </p:cNvSpPr>
          <p:nvPr>
            <p:ph type="subTitle" idx="6"/>
          </p:nvPr>
        </p:nvSpPr>
        <p:spPr>
          <a:xfrm>
            <a:off x="6248627" y="2469500"/>
            <a:ext cx="2180400" cy="41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0" y="4389949"/>
            <a:ext cx="2194702" cy="753637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6"/>
          <p:cNvSpPr/>
          <p:nvPr/>
        </p:nvSpPr>
        <p:spPr>
          <a:xfrm rot="10800000">
            <a:off x="6899273" y="-64"/>
            <a:ext cx="2244725" cy="770814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6"/>
          <p:cNvGrpSpPr/>
          <p:nvPr/>
        </p:nvGrpSpPr>
        <p:grpSpPr>
          <a:xfrm rot="226009" flipH="1">
            <a:off x="8161198" y="4365918"/>
            <a:ext cx="828000" cy="710693"/>
            <a:chOff x="3122700" y="481200"/>
            <a:chExt cx="827950" cy="710650"/>
          </a:xfrm>
        </p:grpSpPr>
        <p:sp>
          <p:nvSpPr>
            <p:cNvPr id="112" name="Google Shape;112;p16"/>
            <p:cNvSpPr/>
            <p:nvPr/>
          </p:nvSpPr>
          <p:spPr>
            <a:xfrm>
              <a:off x="3122700" y="481200"/>
              <a:ext cx="804300" cy="690700"/>
            </a:xfrm>
            <a:custGeom>
              <a:avLst/>
              <a:gdLst/>
              <a:ahLst/>
              <a:cxnLst/>
              <a:rect l="l" t="t" r="r" b="b"/>
              <a:pathLst>
                <a:path w="32172" h="27628" extrusionOk="0">
                  <a:moveTo>
                    <a:pt x="1065" y="7579"/>
                  </a:moveTo>
                  <a:lnTo>
                    <a:pt x="26841" y="27627"/>
                  </a:lnTo>
                  <a:lnTo>
                    <a:pt x="27048" y="27359"/>
                  </a:lnTo>
                  <a:cubicBezTo>
                    <a:pt x="28138" y="27380"/>
                    <a:pt x="29553" y="26559"/>
                    <a:pt x="30639" y="25163"/>
                  </a:cubicBezTo>
                  <a:cubicBezTo>
                    <a:pt x="31724" y="23768"/>
                    <a:pt x="32171" y="22194"/>
                    <a:pt x="31882" y="21143"/>
                  </a:cubicBezTo>
                  <a:lnTo>
                    <a:pt x="32092" y="20875"/>
                  </a:lnTo>
                  <a:lnTo>
                    <a:pt x="6317" y="828"/>
                  </a:lnTo>
                  <a:cubicBezTo>
                    <a:pt x="5253" y="0"/>
                    <a:pt x="3214" y="840"/>
                    <a:pt x="1764" y="2705"/>
                  </a:cubicBezTo>
                  <a:cubicBezTo>
                    <a:pt x="314" y="4569"/>
                    <a:pt x="1" y="6751"/>
                    <a:pt x="1065" y="75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6"/>
            <p:cNvSpPr/>
            <p:nvPr/>
          </p:nvSpPr>
          <p:spPr>
            <a:xfrm>
              <a:off x="3766125" y="981625"/>
              <a:ext cx="184525" cy="210225"/>
            </a:xfrm>
            <a:custGeom>
              <a:avLst/>
              <a:gdLst/>
              <a:ahLst/>
              <a:cxnLst/>
              <a:rect l="l" t="t" r="r" b="b"/>
              <a:pathLst>
                <a:path w="7381" h="8409" extrusionOk="0">
                  <a:moveTo>
                    <a:pt x="1764" y="2705"/>
                  </a:moveTo>
                  <a:cubicBezTo>
                    <a:pt x="3214" y="842"/>
                    <a:pt x="5251" y="0"/>
                    <a:pt x="6317" y="828"/>
                  </a:cubicBezTo>
                  <a:cubicBezTo>
                    <a:pt x="7381" y="1656"/>
                    <a:pt x="7068" y="3839"/>
                    <a:pt x="5617" y="5704"/>
                  </a:cubicBezTo>
                  <a:cubicBezTo>
                    <a:pt x="4167" y="7567"/>
                    <a:pt x="2128" y="8408"/>
                    <a:pt x="1064" y="7581"/>
                  </a:cubicBezTo>
                  <a:cubicBezTo>
                    <a:pt x="0" y="6753"/>
                    <a:pt x="314" y="4570"/>
                    <a:pt x="1764" y="27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" name="Google Shape;114;p16"/>
          <p:cNvSpPr/>
          <p:nvPr/>
        </p:nvSpPr>
        <p:spPr>
          <a:xfrm>
            <a:off x="-950975" y="171182"/>
            <a:ext cx="1635402" cy="1635402"/>
          </a:xfrm>
          <a:custGeom>
            <a:avLst/>
            <a:gdLst/>
            <a:ahLst/>
            <a:cxnLst/>
            <a:rect l="l" t="t" r="r" b="b"/>
            <a:pathLst>
              <a:path w="18890" h="18890" extrusionOk="0">
                <a:moveTo>
                  <a:pt x="15528" y="3361"/>
                </a:moveTo>
                <a:cubicBezTo>
                  <a:pt x="12169" y="1"/>
                  <a:pt x="6721" y="1"/>
                  <a:pt x="3360" y="3361"/>
                </a:cubicBezTo>
                <a:cubicBezTo>
                  <a:pt x="1" y="6721"/>
                  <a:pt x="1" y="12169"/>
                  <a:pt x="3360" y="15530"/>
                </a:cubicBezTo>
                <a:cubicBezTo>
                  <a:pt x="6721" y="18889"/>
                  <a:pt x="12169" y="18889"/>
                  <a:pt x="15528" y="15530"/>
                </a:cubicBezTo>
                <a:cubicBezTo>
                  <a:pt x="18889" y="12169"/>
                  <a:pt x="18889" y="6721"/>
                  <a:pt x="15528" y="3361"/>
                </a:cubicBezTo>
                <a:close/>
                <a:moveTo>
                  <a:pt x="11918" y="11918"/>
                </a:moveTo>
                <a:cubicBezTo>
                  <a:pt x="10551" y="13283"/>
                  <a:pt x="8337" y="13283"/>
                  <a:pt x="6972" y="11918"/>
                </a:cubicBezTo>
                <a:cubicBezTo>
                  <a:pt x="5607" y="10553"/>
                  <a:pt x="5607" y="8338"/>
                  <a:pt x="6972" y="6972"/>
                </a:cubicBezTo>
                <a:cubicBezTo>
                  <a:pt x="8337" y="5607"/>
                  <a:pt x="10551" y="5607"/>
                  <a:pt x="11918" y="6972"/>
                </a:cubicBezTo>
                <a:cubicBezTo>
                  <a:pt x="13283" y="8338"/>
                  <a:pt x="13283" y="10553"/>
                  <a:pt x="11918" y="1191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8"/>
          <p:cNvSpPr txBox="1">
            <a:spLocks noGrp="1"/>
          </p:cNvSpPr>
          <p:nvPr>
            <p:ph type="subTitle" idx="1"/>
          </p:nvPr>
        </p:nvSpPr>
        <p:spPr>
          <a:xfrm>
            <a:off x="834274" y="1306475"/>
            <a:ext cx="34107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2"/>
          </p:nvPr>
        </p:nvSpPr>
        <p:spPr>
          <a:xfrm>
            <a:off x="834275" y="1756175"/>
            <a:ext cx="34107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3"/>
          </p:nvPr>
        </p:nvSpPr>
        <p:spPr>
          <a:xfrm>
            <a:off x="4899026" y="1756175"/>
            <a:ext cx="34107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4"/>
          </p:nvPr>
        </p:nvSpPr>
        <p:spPr>
          <a:xfrm>
            <a:off x="834275" y="3352100"/>
            <a:ext cx="34107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5"/>
          </p:nvPr>
        </p:nvSpPr>
        <p:spPr>
          <a:xfrm>
            <a:off x="4899026" y="3352100"/>
            <a:ext cx="34107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8"/>
          <p:cNvSpPr txBox="1">
            <a:spLocks noGrp="1"/>
          </p:cNvSpPr>
          <p:nvPr>
            <p:ph type="subTitle" idx="6"/>
          </p:nvPr>
        </p:nvSpPr>
        <p:spPr>
          <a:xfrm>
            <a:off x="834274" y="2902400"/>
            <a:ext cx="34107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4" name="Google Shape;134;p18"/>
          <p:cNvSpPr txBox="1">
            <a:spLocks noGrp="1"/>
          </p:cNvSpPr>
          <p:nvPr>
            <p:ph type="subTitle" idx="7"/>
          </p:nvPr>
        </p:nvSpPr>
        <p:spPr>
          <a:xfrm>
            <a:off x="4899024" y="1306475"/>
            <a:ext cx="34107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5" name="Google Shape;135;p18"/>
          <p:cNvSpPr txBox="1">
            <a:spLocks noGrp="1"/>
          </p:cNvSpPr>
          <p:nvPr>
            <p:ph type="subTitle" idx="8"/>
          </p:nvPr>
        </p:nvSpPr>
        <p:spPr>
          <a:xfrm>
            <a:off x="4899024" y="2902400"/>
            <a:ext cx="34107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6" name="Google Shape;136;p18"/>
          <p:cNvSpPr/>
          <p:nvPr/>
        </p:nvSpPr>
        <p:spPr>
          <a:xfrm rot="10800000" flipH="1">
            <a:off x="0" y="0"/>
            <a:ext cx="2571719" cy="883100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8"/>
          <p:cNvSpPr/>
          <p:nvPr/>
        </p:nvSpPr>
        <p:spPr>
          <a:xfrm flipH="1">
            <a:off x="6740252" y="4318149"/>
            <a:ext cx="2403746" cy="825420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" name="Google Shape;138;p18"/>
          <p:cNvGrpSpPr/>
          <p:nvPr/>
        </p:nvGrpSpPr>
        <p:grpSpPr>
          <a:xfrm flipH="1">
            <a:off x="-653300" y="3861400"/>
            <a:ext cx="1340300" cy="1022175"/>
            <a:chOff x="4552025" y="1720300"/>
            <a:chExt cx="1340300" cy="1022175"/>
          </a:xfrm>
        </p:grpSpPr>
        <p:sp>
          <p:nvSpPr>
            <p:cNvPr id="139" name="Google Shape;139;p18"/>
            <p:cNvSpPr/>
            <p:nvPr/>
          </p:nvSpPr>
          <p:spPr>
            <a:xfrm>
              <a:off x="5245525" y="2236225"/>
              <a:ext cx="646800" cy="490025"/>
            </a:xfrm>
            <a:custGeom>
              <a:avLst/>
              <a:gdLst/>
              <a:ahLst/>
              <a:cxnLst/>
              <a:rect l="l" t="t" r="r" b="b"/>
              <a:pathLst>
                <a:path w="25872" h="19601" extrusionOk="0">
                  <a:moveTo>
                    <a:pt x="24803" y="13923"/>
                  </a:moveTo>
                  <a:lnTo>
                    <a:pt x="3255" y="0"/>
                  </a:lnTo>
                  <a:lnTo>
                    <a:pt x="1" y="5038"/>
                  </a:lnTo>
                  <a:lnTo>
                    <a:pt x="21549" y="18959"/>
                  </a:lnTo>
                  <a:cubicBezTo>
                    <a:pt x="22542" y="19600"/>
                    <a:pt x="24074" y="18993"/>
                    <a:pt x="24972" y="17602"/>
                  </a:cubicBezTo>
                  <a:cubicBezTo>
                    <a:pt x="25871" y="16210"/>
                    <a:pt x="25796" y="14564"/>
                    <a:pt x="24803" y="139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8"/>
            <p:cNvSpPr/>
            <p:nvPr/>
          </p:nvSpPr>
          <p:spPr>
            <a:xfrm>
              <a:off x="4898350" y="1870800"/>
              <a:ext cx="759875" cy="871675"/>
            </a:xfrm>
            <a:custGeom>
              <a:avLst/>
              <a:gdLst/>
              <a:ahLst/>
              <a:cxnLst/>
              <a:rect l="l" t="t" r="r" b="b"/>
              <a:pathLst>
                <a:path w="30395" h="34867" extrusionOk="0">
                  <a:moveTo>
                    <a:pt x="24286" y="2373"/>
                  </a:moveTo>
                  <a:lnTo>
                    <a:pt x="21545" y="603"/>
                  </a:lnTo>
                  <a:lnTo>
                    <a:pt x="21208" y="1124"/>
                  </a:lnTo>
                  <a:cubicBezTo>
                    <a:pt x="15776" y="1"/>
                    <a:pt x="8980" y="3518"/>
                    <a:pt x="4697" y="10147"/>
                  </a:cubicBezTo>
                  <a:cubicBezTo>
                    <a:pt x="414" y="16775"/>
                    <a:pt x="1" y="24417"/>
                    <a:pt x="3259" y="28907"/>
                  </a:cubicBezTo>
                  <a:lnTo>
                    <a:pt x="2921" y="29429"/>
                  </a:lnTo>
                  <a:lnTo>
                    <a:pt x="5662" y="31200"/>
                  </a:lnTo>
                  <a:cubicBezTo>
                    <a:pt x="11337" y="34867"/>
                    <a:pt x="20108" y="31387"/>
                    <a:pt x="25251" y="23426"/>
                  </a:cubicBezTo>
                  <a:cubicBezTo>
                    <a:pt x="30395" y="15467"/>
                    <a:pt x="29962" y="6041"/>
                    <a:pt x="24286" y="237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8"/>
            <p:cNvSpPr/>
            <p:nvPr/>
          </p:nvSpPr>
          <p:spPr>
            <a:xfrm>
              <a:off x="4818650" y="1794175"/>
              <a:ext cx="771050" cy="904050"/>
            </a:xfrm>
            <a:custGeom>
              <a:avLst/>
              <a:gdLst/>
              <a:ahLst/>
              <a:cxnLst/>
              <a:rect l="l" t="t" r="r" b="b"/>
              <a:pathLst>
                <a:path w="30842" h="36162" extrusionOk="0">
                  <a:moveTo>
                    <a:pt x="25698" y="24721"/>
                  </a:moveTo>
                  <a:cubicBezTo>
                    <a:pt x="20555" y="32681"/>
                    <a:pt x="11786" y="36162"/>
                    <a:pt x="6109" y="32494"/>
                  </a:cubicBezTo>
                  <a:cubicBezTo>
                    <a:pt x="433" y="28827"/>
                    <a:pt x="1" y="19401"/>
                    <a:pt x="5144" y="11442"/>
                  </a:cubicBezTo>
                  <a:cubicBezTo>
                    <a:pt x="10287" y="3481"/>
                    <a:pt x="19058" y="1"/>
                    <a:pt x="24733" y="3668"/>
                  </a:cubicBezTo>
                  <a:cubicBezTo>
                    <a:pt x="30409" y="7334"/>
                    <a:pt x="30842" y="16760"/>
                    <a:pt x="25698" y="247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8"/>
            <p:cNvSpPr/>
            <p:nvPr/>
          </p:nvSpPr>
          <p:spPr>
            <a:xfrm>
              <a:off x="4784000" y="1796875"/>
              <a:ext cx="759825" cy="871725"/>
            </a:xfrm>
            <a:custGeom>
              <a:avLst/>
              <a:gdLst/>
              <a:ahLst/>
              <a:cxnLst/>
              <a:rect l="l" t="t" r="r" b="b"/>
              <a:pathLst>
                <a:path w="30393" h="34869" extrusionOk="0">
                  <a:moveTo>
                    <a:pt x="24285" y="2375"/>
                  </a:moveTo>
                  <a:lnTo>
                    <a:pt x="21544" y="603"/>
                  </a:lnTo>
                  <a:lnTo>
                    <a:pt x="21207" y="1126"/>
                  </a:lnTo>
                  <a:cubicBezTo>
                    <a:pt x="15775" y="1"/>
                    <a:pt x="8978" y="3520"/>
                    <a:pt x="4696" y="10148"/>
                  </a:cubicBezTo>
                  <a:cubicBezTo>
                    <a:pt x="413" y="16776"/>
                    <a:pt x="0" y="24419"/>
                    <a:pt x="3258" y="28908"/>
                  </a:cubicBezTo>
                  <a:lnTo>
                    <a:pt x="2921" y="29431"/>
                  </a:lnTo>
                  <a:lnTo>
                    <a:pt x="5660" y="31201"/>
                  </a:lnTo>
                  <a:cubicBezTo>
                    <a:pt x="11337" y="34868"/>
                    <a:pt x="20108" y="31389"/>
                    <a:pt x="25251" y="23428"/>
                  </a:cubicBezTo>
                  <a:cubicBezTo>
                    <a:pt x="30393" y="15468"/>
                    <a:pt x="29960" y="6042"/>
                    <a:pt x="24285" y="23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8"/>
            <p:cNvSpPr/>
            <p:nvPr/>
          </p:nvSpPr>
          <p:spPr>
            <a:xfrm>
              <a:off x="4704300" y="1720300"/>
              <a:ext cx="771025" cy="904025"/>
            </a:xfrm>
            <a:custGeom>
              <a:avLst/>
              <a:gdLst/>
              <a:ahLst/>
              <a:cxnLst/>
              <a:rect l="l" t="t" r="r" b="b"/>
              <a:pathLst>
                <a:path w="30841" h="36161" extrusionOk="0">
                  <a:moveTo>
                    <a:pt x="25698" y="24720"/>
                  </a:moveTo>
                  <a:cubicBezTo>
                    <a:pt x="20555" y="32680"/>
                    <a:pt x="11784" y="36161"/>
                    <a:pt x="6109" y="32494"/>
                  </a:cubicBezTo>
                  <a:cubicBezTo>
                    <a:pt x="432" y="28826"/>
                    <a:pt x="0" y="19400"/>
                    <a:pt x="5143" y="11441"/>
                  </a:cubicBezTo>
                  <a:cubicBezTo>
                    <a:pt x="10286" y="3480"/>
                    <a:pt x="19056" y="0"/>
                    <a:pt x="24732" y="3668"/>
                  </a:cubicBezTo>
                  <a:cubicBezTo>
                    <a:pt x="30409" y="7333"/>
                    <a:pt x="30841" y="16759"/>
                    <a:pt x="25698" y="2472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8"/>
            <p:cNvSpPr/>
            <p:nvPr/>
          </p:nvSpPr>
          <p:spPr>
            <a:xfrm>
              <a:off x="4571150" y="1804825"/>
              <a:ext cx="653650" cy="490150"/>
            </a:xfrm>
            <a:custGeom>
              <a:avLst/>
              <a:gdLst/>
              <a:ahLst/>
              <a:cxnLst/>
              <a:rect l="l" t="t" r="r" b="b"/>
              <a:pathLst>
                <a:path w="26146" h="19606" extrusionOk="0">
                  <a:moveTo>
                    <a:pt x="25077" y="13928"/>
                  </a:moveTo>
                  <a:lnTo>
                    <a:pt x="3521" y="0"/>
                  </a:lnTo>
                  <a:lnTo>
                    <a:pt x="3391" y="201"/>
                  </a:lnTo>
                  <a:cubicBezTo>
                    <a:pt x="2502" y="170"/>
                    <a:pt x="1473" y="773"/>
                    <a:pt x="800" y="1814"/>
                  </a:cubicBezTo>
                  <a:cubicBezTo>
                    <a:pt x="128" y="2855"/>
                    <a:pt x="1" y="4039"/>
                    <a:pt x="397" y="4837"/>
                  </a:cubicBezTo>
                  <a:lnTo>
                    <a:pt x="267" y="5038"/>
                  </a:lnTo>
                  <a:lnTo>
                    <a:pt x="21823" y="18964"/>
                  </a:lnTo>
                  <a:cubicBezTo>
                    <a:pt x="22814" y="19606"/>
                    <a:pt x="24347" y="18998"/>
                    <a:pt x="25246" y="17606"/>
                  </a:cubicBezTo>
                  <a:cubicBezTo>
                    <a:pt x="26146" y="16215"/>
                    <a:pt x="26070" y="14568"/>
                    <a:pt x="25077" y="139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8"/>
            <p:cNvSpPr/>
            <p:nvPr/>
          </p:nvSpPr>
          <p:spPr>
            <a:xfrm>
              <a:off x="4552025" y="1789400"/>
              <a:ext cx="134750" cy="157950"/>
            </a:xfrm>
            <a:custGeom>
              <a:avLst/>
              <a:gdLst/>
              <a:ahLst/>
              <a:cxnLst/>
              <a:rect l="l" t="t" r="r" b="b"/>
              <a:pathLst>
                <a:path w="5390" h="6318" extrusionOk="0">
                  <a:moveTo>
                    <a:pt x="4490" y="4320"/>
                  </a:moveTo>
                  <a:cubicBezTo>
                    <a:pt x="3592" y="5710"/>
                    <a:pt x="2059" y="6318"/>
                    <a:pt x="1067" y="5678"/>
                  </a:cubicBezTo>
                  <a:cubicBezTo>
                    <a:pt x="76" y="5037"/>
                    <a:pt x="0" y="3389"/>
                    <a:pt x="898" y="1999"/>
                  </a:cubicBezTo>
                  <a:cubicBezTo>
                    <a:pt x="1797" y="608"/>
                    <a:pt x="3330" y="0"/>
                    <a:pt x="4321" y="640"/>
                  </a:cubicBezTo>
                  <a:cubicBezTo>
                    <a:pt x="5313" y="1282"/>
                    <a:pt x="5389" y="2929"/>
                    <a:pt x="4490" y="432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1"/>
          <p:cNvSpPr txBox="1">
            <a:spLocks noGrp="1"/>
          </p:cNvSpPr>
          <p:nvPr>
            <p:ph type="subTitle" idx="1"/>
          </p:nvPr>
        </p:nvSpPr>
        <p:spPr>
          <a:xfrm>
            <a:off x="720000" y="1819969"/>
            <a:ext cx="2459100" cy="90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21"/>
          <p:cNvSpPr txBox="1">
            <a:spLocks noGrp="1"/>
          </p:cNvSpPr>
          <p:nvPr>
            <p:ph type="subTitle" idx="2"/>
          </p:nvPr>
        </p:nvSpPr>
        <p:spPr>
          <a:xfrm>
            <a:off x="3342473" y="1819969"/>
            <a:ext cx="2459100" cy="90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1"/>
          <p:cNvSpPr txBox="1">
            <a:spLocks noGrp="1"/>
          </p:cNvSpPr>
          <p:nvPr>
            <p:ph type="subTitle" idx="3"/>
          </p:nvPr>
        </p:nvSpPr>
        <p:spPr>
          <a:xfrm>
            <a:off x="5964606" y="1819969"/>
            <a:ext cx="2459700" cy="90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1"/>
          <p:cNvSpPr txBox="1">
            <a:spLocks noGrp="1"/>
          </p:cNvSpPr>
          <p:nvPr>
            <p:ph type="subTitle" idx="4"/>
          </p:nvPr>
        </p:nvSpPr>
        <p:spPr>
          <a:xfrm>
            <a:off x="720000" y="3436425"/>
            <a:ext cx="2459100" cy="90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5"/>
          </p:nvPr>
        </p:nvSpPr>
        <p:spPr>
          <a:xfrm>
            <a:off x="3342473" y="3436425"/>
            <a:ext cx="2459100" cy="90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6"/>
          </p:nvPr>
        </p:nvSpPr>
        <p:spPr>
          <a:xfrm>
            <a:off x="5970306" y="3436425"/>
            <a:ext cx="2454000" cy="90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7"/>
          </p:nvPr>
        </p:nvSpPr>
        <p:spPr>
          <a:xfrm>
            <a:off x="720000" y="1352875"/>
            <a:ext cx="24591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8"/>
          </p:nvPr>
        </p:nvSpPr>
        <p:spPr>
          <a:xfrm>
            <a:off x="3342479" y="1352875"/>
            <a:ext cx="24591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9"/>
          </p:nvPr>
        </p:nvSpPr>
        <p:spPr>
          <a:xfrm>
            <a:off x="5964606" y="1352875"/>
            <a:ext cx="24597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13"/>
          </p:nvPr>
        </p:nvSpPr>
        <p:spPr>
          <a:xfrm>
            <a:off x="720000" y="2973275"/>
            <a:ext cx="24591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14"/>
          </p:nvPr>
        </p:nvSpPr>
        <p:spPr>
          <a:xfrm>
            <a:off x="3342479" y="2973275"/>
            <a:ext cx="24591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15"/>
          </p:nvPr>
        </p:nvSpPr>
        <p:spPr>
          <a:xfrm>
            <a:off x="5965206" y="2973275"/>
            <a:ext cx="24591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0" name="Google Shape;170;p21"/>
          <p:cNvSpPr/>
          <p:nvPr/>
        </p:nvSpPr>
        <p:spPr>
          <a:xfrm rot="10800000">
            <a:off x="6572280" y="0"/>
            <a:ext cx="2571719" cy="883100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21"/>
          <p:cNvSpPr/>
          <p:nvPr/>
        </p:nvSpPr>
        <p:spPr>
          <a:xfrm>
            <a:off x="0" y="4318149"/>
            <a:ext cx="2403746" cy="825420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21"/>
          <p:cNvSpPr/>
          <p:nvPr/>
        </p:nvSpPr>
        <p:spPr>
          <a:xfrm>
            <a:off x="7660725" y="4535125"/>
            <a:ext cx="1168535" cy="1168535"/>
          </a:xfrm>
          <a:custGeom>
            <a:avLst/>
            <a:gdLst/>
            <a:ahLst/>
            <a:cxnLst/>
            <a:rect l="l" t="t" r="r" b="b"/>
            <a:pathLst>
              <a:path w="18890" h="18890" extrusionOk="0">
                <a:moveTo>
                  <a:pt x="15528" y="3361"/>
                </a:moveTo>
                <a:cubicBezTo>
                  <a:pt x="12169" y="1"/>
                  <a:pt x="6721" y="1"/>
                  <a:pt x="3360" y="3361"/>
                </a:cubicBezTo>
                <a:cubicBezTo>
                  <a:pt x="1" y="6721"/>
                  <a:pt x="1" y="12169"/>
                  <a:pt x="3360" y="15530"/>
                </a:cubicBezTo>
                <a:cubicBezTo>
                  <a:pt x="6721" y="18889"/>
                  <a:pt x="12169" y="18889"/>
                  <a:pt x="15528" y="15530"/>
                </a:cubicBezTo>
                <a:cubicBezTo>
                  <a:pt x="18889" y="12169"/>
                  <a:pt x="18889" y="6721"/>
                  <a:pt x="15528" y="3361"/>
                </a:cubicBezTo>
                <a:close/>
                <a:moveTo>
                  <a:pt x="11918" y="11918"/>
                </a:moveTo>
                <a:cubicBezTo>
                  <a:pt x="10551" y="13283"/>
                  <a:pt x="8337" y="13283"/>
                  <a:pt x="6972" y="11918"/>
                </a:cubicBezTo>
                <a:cubicBezTo>
                  <a:pt x="5607" y="10553"/>
                  <a:pt x="5607" y="8338"/>
                  <a:pt x="6972" y="6972"/>
                </a:cubicBezTo>
                <a:cubicBezTo>
                  <a:pt x="8337" y="5607"/>
                  <a:pt x="10551" y="5607"/>
                  <a:pt x="11918" y="6972"/>
                </a:cubicBezTo>
                <a:cubicBezTo>
                  <a:pt x="13283" y="8338"/>
                  <a:pt x="13283" y="10553"/>
                  <a:pt x="11918" y="1191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 txBox="1">
            <a:spLocks noGrp="1"/>
          </p:cNvSpPr>
          <p:nvPr>
            <p:ph type="ctrTitle"/>
          </p:nvPr>
        </p:nvSpPr>
        <p:spPr>
          <a:xfrm>
            <a:off x="2382250" y="611200"/>
            <a:ext cx="4379400" cy="105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1"/>
          </p:nvPr>
        </p:nvSpPr>
        <p:spPr>
          <a:xfrm>
            <a:off x="2382350" y="1624200"/>
            <a:ext cx="4379400" cy="10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76" name="Google Shape;176;p22"/>
          <p:cNvSpPr txBox="1"/>
          <p:nvPr/>
        </p:nvSpPr>
        <p:spPr>
          <a:xfrm>
            <a:off x="2382325" y="3792050"/>
            <a:ext cx="4379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CREDITS: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 u="sng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,</a:t>
            </a:r>
            <a:r>
              <a:rPr lang="en" sz="10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 including icons by </a:t>
            </a:r>
            <a:r>
              <a:rPr lang="en" sz="1000" b="1" u="sng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u="sng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,</a:t>
            </a:r>
            <a:r>
              <a:rPr lang="en" sz="10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 and infographics &amp; images by </a:t>
            </a:r>
            <a:r>
              <a:rPr lang="en" sz="1000" b="1" u="sng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u="sng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7" name="Google Shape;177;p22"/>
          <p:cNvSpPr/>
          <p:nvPr/>
        </p:nvSpPr>
        <p:spPr>
          <a:xfrm flipH="1">
            <a:off x="-750475" y="1465150"/>
            <a:ext cx="1275878" cy="1275878"/>
          </a:xfrm>
          <a:custGeom>
            <a:avLst/>
            <a:gdLst/>
            <a:ahLst/>
            <a:cxnLst/>
            <a:rect l="l" t="t" r="r" b="b"/>
            <a:pathLst>
              <a:path w="18890" h="18890" extrusionOk="0">
                <a:moveTo>
                  <a:pt x="15528" y="3361"/>
                </a:moveTo>
                <a:cubicBezTo>
                  <a:pt x="12169" y="1"/>
                  <a:pt x="6721" y="1"/>
                  <a:pt x="3360" y="3361"/>
                </a:cubicBezTo>
                <a:cubicBezTo>
                  <a:pt x="1" y="6721"/>
                  <a:pt x="1" y="12169"/>
                  <a:pt x="3360" y="15530"/>
                </a:cubicBezTo>
                <a:cubicBezTo>
                  <a:pt x="6721" y="18889"/>
                  <a:pt x="12169" y="18889"/>
                  <a:pt x="15528" y="15530"/>
                </a:cubicBezTo>
                <a:cubicBezTo>
                  <a:pt x="18889" y="12169"/>
                  <a:pt x="18889" y="6721"/>
                  <a:pt x="15528" y="3361"/>
                </a:cubicBezTo>
                <a:close/>
                <a:moveTo>
                  <a:pt x="11918" y="11918"/>
                </a:moveTo>
                <a:cubicBezTo>
                  <a:pt x="10551" y="13283"/>
                  <a:pt x="8337" y="13283"/>
                  <a:pt x="6972" y="11918"/>
                </a:cubicBezTo>
                <a:cubicBezTo>
                  <a:pt x="5607" y="10553"/>
                  <a:pt x="5607" y="8338"/>
                  <a:pt x="6972" y="6972"/>
                </a:cubicBezTo>
                <a:cubicBezTo>
                  <a:pt x="8337" y="5607"/>
                  <a:pt x="10551" y="5607"/>
                  <a:pt x="11918" y="6972"/>
                </a:cubicBezTo>
                <a:cubicBezTo>
                  <a:pt x="13283" y="8338"/>
                  <a:pt x="13283" y="10553"/>
                  <a:pt x="11918" y="1191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22"/>
          <p:cNvSpPr/>
          <p:nvPr/>
        </p:nvSpPr>
        <p:spPr>
          <a:xfrm flipH="1">
            <a:off x="6165809" y="4121350"/>
            <a:ext cx="2976644" cy="1022147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2"/>
          <p:cNvSpPr/>
          <p:nvPr/>
        </p:nvSpPr>
        <p:spPr>
          <a:xfrm flipH="1">
            <a:off x="8516083" y="2343626"/>
            <a:ext cx="1376845" cy="1376845"/>
          </a:xfrm>
          <a:custGeom>
            <a:avLst/>
            <a:gdLst/>
            <a:ahLst/>
            <a:cxnLst/>
            <a:rect l="l" t="t" r="r" b="b"/>
            <a:pathLst>
              <a:path w="18890" h="18890" extrusionOk="0">
                <a:moveTo>
                  <a:pt x="15528" y="3361"/>
                </a:moveTo>
                <a:cubicBezTo>
                  <a:pt x="12169" y="1"/>
                  <a:pt x="6721" y="1"/>
                  <a:pt x="3360" y="3361"/>
                </a:cubicBezTo>
                <a:cubicBezTo>
                  <a:pt x="1" y="6721"/>
                  <a:pt x="1" y="12169"/>
                  <a:pt x="3360" y="15530"/>
                </a:cubicBezTo>
                <a:cubicBezTo>
                  <a:pt x="6721" y="18889"/>
                  <a:pt x="12169" y="18889"/>
                  <a:pt x="15528" y="15530"/>
                </a:cubicBezTo>
                <a:cubicBezTo>
                  <a:pt x="18889" y="12169"/>
                  <a:pt x="18889" y="6721"/>
                  <a:pt x="15528" y="3361"/>
                </a:cubicBezTo>
                <a:close/>
                <a:moveTo>
                  <a:pt x="11918" y="11918"/>
                </a:moveTo>
                <a:cubicBezTo>
                  <a:pt x="10551" y="13283"/>
                  <a:pt x="8337" y="13283"/>
                  <a:pt x="6972" y="11918"/>
                </a:cubicBezTo>
                <a:cubicBezTo>
                  <a:pt x="5607" y="10553"/>
                  <a:pt x="5607" y="8338"/>
                  <a:pt x="6972" y="6972"/>
                </a:cubicBezTo>
                <a:cubicBezTo>
                  <a:pt x="8337" y="5607"/>
                  <a:pt x="10551" y="5607"/>
                  <a:pt x="11918" y="6972"/>
                </a:cubicBezTo>
                <a:cubicBezTo>
                  <a:pt x="13283" y="8338"/>
                  <a:pt x="13283" y="10553"/>
                  <a:pt x="11918" y="1191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2"/>
          <p:cNvSpPr/>
          <p:nvPr/>
        </p:nvSpPr>
        <p:spPr>
          <a:xfrm rot="10800000" flipH="1">
            <a:off x="-1541" y="0"/>
            <a:ext cx="2976644" cy="1022147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/>
          <p:nvPr/>
        </p:nvSpPr>
        <p:spPr>
          <a:xfrm rot="10800000">
            <a:off x="6579147" y="-6868"/>
            <a:ext cx="2571719" cy="883100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23"/>
          <p:cNvSpPr/>
          <p:nvPr/>
        </p:nvSpPr>
        <p:spPr>
          <a:xfrm>
            <a:off x="0" y="4318149"/>
            <a:ext cx="2403746" cy="825420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3"/>
          <p:cNvSpPr/>
          <p:nvPr/>
        </p:nvSpPr>
        <p:spPr>
          <a:xfrm flipH="1">
            <a:off x="8572169" y="3334026"/>
            <a:ext cx="1022185" cy="1022185"/>
          </a:xfrm>
          <a:custGeom>
            <a:avLst/>
            <a:gdLst/>
            <a:ahLst/>
            <a:cxnLst/>
            <a:rect l="l" t="t" r="r" b="b"/>
            <a:pathLst>
              <a:path w="18890" h="18890" extrusionOk="0">
                <a:moveTo>
                  <a:pt x="15528" y="3361"/>
                </a:moveTo>
                <a:cubicBezTo>
                  <a:pt x="12169" y="1"/>
                  <a:pt x="6721" y="1"/>
                  <a:pt x="3360" y="3361"/>
                </a:cubicBezTo>
                <a:cubicBezTo>
                  <a:pt x="1" y="6721"/>
                  <a:pt x="1" y="12169"/>
                  <a:pt x="3360" y="15530"/>
                </a:cubicBezTo>
                <a:cubicBezTo>
                  <a:pt x="6721" y="18889"/>
                  <a:pt x="12169" y="18889"/>
                  <a:pt x="15528" y="15530"/>
                </a:cubicBezTo>
                <a:cubicBezTo>
                  <a:pt x="18889" y="12169"/>
                  <a:pt x="18889" y="6721"/>
                  <a:pt x="15528" y="3361"/>
                </a:cubicBezTo>
                <a:close/>
                <a:moveTo>
                  <a:pt x="11918" y="11918"/>
                </a:moveTo>
                <a:cubicBezTo>
                  <a:pt x="10551" y="13283"/>
                  <a:pt x="8337" y="13283"/>
                  <a:pt x="6972" y="11918"/>
                </a:cubicBezTo>
                <a:cubicBezTo>
                  <a:pt x="5607" y="10553"/>
                  <a:pt x="5607" y="8338"/>
                  <a:pt x="6972" y="6972"/>
                </a:cubicBezTo>
                <a:cubicBezTo>
                  <a:pt x="8337" y="5607"/>
                  <a:pt x="10551" y="5607"/>
                  <a:pt x="11918" y="6972"/>
                </a:cubicBezTo>
                <a:cubicBezTo>
                  <a:pt x="13283" y="8338"/>
                  <a:pt x="13283" y="10553"/>
                  <a:pt x="11918" y="1191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/>
          <p:nvPr/>
        </p:nvSpPr>
        <p:spPr>
          <a:xfrm flipH="1">
            <a:off x="-750475" y="1465150"/>
            <a:ext cx="1275878" cy="1275878"/>
          </a:xfrm>
          <a:custGeom>
            <a:avLst/>
            <a:gdLst/>
            <a:ahLst/>
            <a:cxnLst/>
            <a:rect l="l" t="t" r="r" b="b"/>
            <a:pathLst>
              <a:path w="18890" h="18890" extrusionOk="0">
                <a:moveTo>
                  <a:pt x="15528" y="3361"/>
                </a:moveTo>
                <a:cubicBezTo>
                  <a:pt x="12169" y="1"/>
                  <a:pt x="6721" y="1"/>
                  <a:pt x="3360" y="3361"/>
                </a:cubicBezTo>
                <a:cubicBezTo>
                  <a:pt x="1" y="6721"/>
                  <a:pt x="1" y="12169"/>
                  <a:pt x="3360" y="15530"/>
                </a:cubicBezTo>
                <a:cubicBezTo>
                  <a:pt x="6721" y="18889"/>
                  <a:pt x="12169" y="18889"/>
                  <a:pt x="15528" y="15530"/>
                </a:cubicBezTo>
                <a:cubicBezTo>
                  <a:pt x="18889" y="12169"/>
                  <a:pt x="18889" y="6721"/>
                  <a:pt x="15528" y="3361"/>
                </a:cubicBezTo>
                <a:close/>
                <a:moveTo>
                  <a:pt x="11918" y="11918"/>
                </a:moveTo>
                <a:cubicBezTo>
                  <a:pt x="10551" y="13283"/>
                  <a:pt x="8337" y="13283"/>
                  <a:pt x="6972" y="11918"/>
                </a:cubicBezTo>
                <a:cubicBezTo>
                  <a:pt x="5607" y="10553"/>
                  <a:pt x="5607" y="8338"/>
                  <a:pt x="6972" y="6972"/>
                </a:cubicBezTo>
                <a:cubicBezTo>
                  <a:pt x="8337" y="5607"/>
                  <a:pt x="10551" y="5607"/>
                  <a:pt x="11918" y="6972"/>
                </a:cubicBezTo>
                <a:cubicBezTo>
                  <a:pt x="13283" y="8338"/>
                  <a:pt x="13283" y="10553"/>
                  <a:pt x="11918" y="1191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24"/>
          <p:cNvSpPr/>
          <p:nvPr/>
        </p:nvSpPr>
        <p:spPr>
          <a:xfrm flipH="1">
            <a:off x="6165809" y="4121350"/>
            <a:ext cx="2976644" cy="1022147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4"/>
          <p:cNvSpPr/>
          <p:nvPr/>
        </p:nvSpPr>
        <p:spPr>
          <a:xfrm flipH="1">
            <a:off x="8516083" y="2343626"/>
            <a:ext cx="1376845" cy="1376845"/>
          </a:xfrm>
          <a:custGeom>
            <a:avLst/>
            <a:gdLst/>
            <a:ahLst/>
            <a:cxnLst/>
            <a:rect l="l" t="t" r="r" b="b"/>
            <a:pathLst>
              <a:path w="18890" h="18890" extrusionOk="0">
                <a:moveTo>
                  <a:pt x="15528" y="3361"/>
                </a:moveTo>
                <a:cubicBezTo>
                  <a:pt x="12169" y="1"/>
                  <a:pt x="6721" y="1"/>
                  <a:pt x="3360" y="3361"/>
                </a:cubicBezTo>
                <a:cubicBezTo>
                  <a:pt x="1" y="6721"/>
                  <a:pt x="1" y="12169"/>
                  <a:pt x="3360" y="15530"/>
                </a:cubicBezTo>
                <a:cubicBezTo>
                  <a:pt x="6721" y="18889"/>
                  <a:pt x="12169" y="18889"/>
                  <a:pt x="15528" y="15530"/>
                </a:cubicBezTo>
                <a:cubicBezTo>
                  <a:pt x="18889" y="12169"/>
                  <a:pt x="18889" y="6721"/>
                  <a:pt x="15528" y="3361"/>
                </a:cubicBezTo>
                <a:close/>
                <a:moveTo>
                  <a:pt x="11918" y="11918"/>
                </a:moveTo>
                <a:cubicBezTo>
                  <a:pt x="10551" y="13283"/>
                  <a:pt x="8337" y="13283"/>
                  <a:pt x="6972" y="11918"/>
                </a:cubicBezTo>
                <a:cubicBezTo>
                  <a:pt x="5607" y="10553"/>
                  <a:pt x="5607" y="8338"/>
                  <a:pt x="6972" y="6972"/>
                </a:cubicBezTo>
                <a:cubicBezTo>
                  <a:pt x="8337" y="5607"/>
                  <a:pt x="10551" y="5607"/>
                  <a:pt x="11918" y="6972"/>
                </a:cubicBezTo>
                <a:cubicBezTo>
                  <a:pt x="13283" y="8338"/>
                  <a:pt x="13283" y="10553"/>
                  <a:pt x="11918" y="1191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4"/>
          <p:cNvSpPr/>
          <p:nvPr/>
        </p:nvSpPr>
        <p:spPr>
          <a:xfrm rot="10800000" flipH="1">
            <a:off x="-1541" y="0"/>
            <a:ext cx="2976644" cy="1022147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eko"/>
              <a:buNone/>
              <a:defRPr sz="30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eko"/>
              <a:buNone/>
              <a:defRPr sz="30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eko"/>
              <a:buNone/>
              <a:defRPr sz="30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eko"/>
              <a:buNone/>
              <a:defRPr sz="30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eko"/>
              <a:buNone/>
              <a:defRPr sz="30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eko"/>
              <a:buNone/>
              <a:defRPr sz="30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eko"/>
              <a:buNone/>
              <a:defRPr sz="30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eko"/>
              <a:buNone/>
              <a:defRPr sz="30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eko"/>
              <a:buNone/>
              <a:defRPr sz="30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●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○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■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●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○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■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●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○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■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4" r:id="rId4"/>
    <p:sldLayoutId id="2147483655" r:id="rId5"/>
    <p:sldLayoutId id="2147483658" r:id="rId6"/>
    <p:sldLayoutId id="2147483659" r:id="rId7"/>
    <p:sldLayoutId id="2147483662" r:id="rId8"/>
    <p:sldLayoutId id="2147483664" r:id="rId9"/>
    <p:sldLayoutId id="2147483667" r:id="rId10"/>
    <p:sldLayoutId id="2147483668" r:id="rId11"/>
    <p:sldLayoutId id="2147483669" r:id="rId12"/>
    <p:sldLayoutId id="2147483670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28"/>
          <p:cNvGrpSpPr/>
          <p:nvPr/>
        </p:nvGrpSpPr>
        <p:grpSpPr>
          <a:xfrm>
            <a:off x="4724450" y="3351325"/>
            <a:ext cx="4323250" cy="2122250"/>
            <a:chOff x="4482575" y="2774525"/>
            <a:chExt cx="4323250" cy="2122250"/>
          </a:xfrm>
        </p:grpSpPr>
        <p:sp>
          <p:nvSpPr>
            <p:cNvPr id="201" name="Google Shape;201;p28"/>
            <p:cNvSpPr/>
            <p:nvPr/>
          </p:nvSpPr>
          <p:spPr>
            <a:xfrm>
              <a:off x="4482575" y="3839500"/>
              <a:ext cx="898975" cy="653350"/>
            </a:xfrm>
            <a:custGeom>
              <a:avLst/>
              <a:gdLst/>
              <a:ahLst/>
              <a:cxnLst/>
              <a:rect l="l" t="t" r="r" b="b"/>
              <a:pathLst>
                <a:path w="35959" h="26134" extrusionOk="0">
                  <a:moveTo>
                    <a:pt x="17148" y="18042"/>
                  </a:moveTo>
                  <a:cubicBezTo>
                    <a:pt x="19515" y="18994"/>
                    <a:pt x="20697" y="21045"/>
                    <a:pt x="22640" y="22340"/>
                  </a:cubicBezTo>
                  <a:cubicBezTo>
                    <a:pt x="22641" y="22340"/>
                    <a:pt x="30350" y="26134"/>
                    <a:pt x="30350" y="26134"/>
                  </a:cubicBezTo>
                  <a:lnTo>
                    <a:pt x="35959" y="14737"/>
                  </a:lnTo>
                  <a:lnTo>
                    <a:pt x="28249" y="10942"/>
                  </a:lnTo>
                  <a:cubicBezTo>
                    <a:pt x="26038" y="10193"/>
                    <a:pt x="23689" y="10508"/>
                    <a:pt x="21494" y="9214"/>
                  </a:cubicBezTo>
                  <a:cubicBezTo>
                    <a:pt x="19127" y="8262"/>
                    <a:pt x="17945" y="6211"/>
                    <a:pt x="16001" y="4916"/>
                  </a:cubicBezTo>
                  <a:cubicBezTo>
                    <a:pt x="16001" y="4916"/>
                    <a:pt x="7227" y="598"/>
                    <a:pt x="7227" y="598"/>
                  </a:cubicBezTo>
                  <a:cubicBezTo>
                    <a:pt x="5368" y="0"/>
                    <a:pt x="1" y="10884"/>
                    <a:pt x="1619" y="11996"/>
                  </a:cubicBezTo>
                  <a:cubicBezTo>
                    <a:pt x="1619" y="11996"/>
                    <a:pt x="10393" y="16314"/>
                    <a:pt x="10393" y="16314"/>
                  </a:cubicBezTo>
                  <a:cubicBezTo>
                    <a:pt x="12604" y="17063"/>
                    <a:pt x="14952" y="16748"/>
                    <a:pt x="17148" y="1804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8"/>
            <p:cNvSpPr/>
            <p:nvPr/>
          </p:nvSpPr>
          <p:spPr>
            <a:xfrm>
              <a:off x="4563700" y="3879275"/>
              <a:ext cx="234575" cy="326600"/>
            </a:xfrm>
            <a:custGeom>
              <a:avLst/>
              <a:gdLst/>
              <a:ahLst/>
              <a:cxnLst/>
              <a:rect l="l" t="t" r="r" b="b"/>
              <a:pathLst>
                <a:path w="9383" h="13064" extrusionOk="0">
                  <a:moveTo>
                    <a:pt x="3775" y="13063"/>
                  </a:moveTo>
                  <a:cubicBezTo>
                    <a:pt x="2161" y="11952"/>
                    <a:pt x="7518" y="1064"/>
                    <a:pt x="9383" y="1666"/>
                  </a:cubicBezTo>
                  <a:lnTo>
                    <a:pt x="7223" y="602"/>
                  </a:lnTo>
                  <a:cubicBezTo>
                    <a:pt x="5358" y="1"/>
                    <a:pt x="0" y="10889"/>
                    <a:pt x="1614" y="11999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8"/>
            <p:cNvSpPr/>
            <p:nvPr/>
          </p:nvSpPr>
          <p:spPr>
            <a:xfrm>
              <a:off x="5065000" y="4125950"/>
              <a:ext cx="234600" cy="326575"/>
            </a:xfrm>
            <a:custGeom>
              <a:avLst/>
              <a:gdLst/>
              <a:ahLst/>
              <a:cxnLst/>
              <a:rect l="l" t="t" r="r" b="b"/>
              <a:pathLst>
                <a:path w="9384" h="13063" extrusionOk="0">
                  <a:moveTo>
                    <a:pt x="3776" y="13062"/>
                  </a:moveTo>
                  <a:cubicBezTo>
                    <a:pt x="2161" y="11951"/>
                    <a:pt x="7520" y="1064"/>
                    <a:pt x="9383" y="1665"/>
                  </a:cubicBezTo>
                  <a:lnTo>
                    <a:pt x="7223" y="602"/>
                  </a:lnTo>
                  <a:cubicBezTo>
                    <a:pt x="5358" y="0"/>
                    <a:pt x="0" y="10890"/>
                    <a:pt x="1614" y="12000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8"/>
            <p:cNvSpPr/>
            <p:nvPr/>
          </p:nvSpPr>
          <p:spPr>
            <a:xfrm>
              <a:off x="5200975" y="4192850"/>
              <a:ext cx="220925" cy="315025"/>
            </a:xfrm>
            <a:custGeom>
              <a:avLst/>
              <a:gdLst/>
              <a:ahLst/>
              <a:cxnLst/>
              <a:rect l="l" t="t" r="r" b="b"/>
              <a:pathLst>
                <a:path w="8837" h="12601" extrusionOk="0">
                  <a:moveTo>
                    <a:pt x="1614" y="12000"/>
                  </a:moveTo>
                  <a:cubicBezTo>
                    <a:pt x="0" y="10889"/>
                    <a:pt x="5358" y="0"/>
                    <a:pt x="7223" y="603"/>
                  </a:cubicBezTo>
                  <a:cubicBezTo>
                    <a:pt x="8836" y="1714"/>
                    <a:pt x="3478" y="12601"/>
                    <a:pt x="1614" y="1200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8"/>
            <p:cNvSpPr/>
            <p:nvPr/>
          </p:nvSpPr>
          <p:spPr>
            <a:xfrm>
              <a:off x="8057700" y="2774525"/>
              <a:ext cx="748125" cy="870450"/>
            </a:xfrm>
            <a:custGeom>
              <a:avLst/>
              <a:gdLst/>
              <a:ahLst/>
              <a:cxnLst/>
              <a:rect l="l" t="t" r="r" b="b"/>
              <a:pathLst>
                <a:path w="29925" h="34818" extrusionOk="0">
                  <a:moveTo>
                    <a:pt x="10174" y="15721"/>
                  </a:moveTo>
                  <a:cubicBezTo>
                    <a:pt x="8842" y="17896"/>
                    <a:pt x="6623" y="18720"/>
                    <a:pt x="5022" y="20421"/>
                  </a:cubicBezTo>
                  <a:cubicBezTo>
                    <a:pt x="5023" y="20421"/>
                    <a:pt x="0" y="27393"/>
                    <a:pt x="0" y="27393"/>
                  </a:cubicBezTo>
                  <a:lnTo>
                    <a:pt x="10305" y="34818"/>
                  </a:lnTo>
                  <a:lnTo>
                    <a:pt x="15328" y="27846"/>
                  </a:lnTo>
                  <a:cubicBezTo>
                    <a:pt x="16435" y="25793"/>
                    <a:pt x="16516" y="23423"/>
                    <a:pt x="18157" y="21473"/>
                  </a:cubicBezTo>
                  <a:cubicBezTo>
                    <a:pt x="19488" y="19297"/>
                    <a:pt x="21708" y="18473"/>
                    <a:pt x="23308" y="16772"/>
                  </a:cubicBezTo>
                  <a:cubicBezTo>
                    <a:pt x="23308" y="16772"/>
                    <a:pt x="29025" y="8838"/>
                    <a:pt x="29025" y="8838"/>
                  </a:cubicBezTo>
                  <a:cubicBezTo>
                    <a:pt x="29924" y="7104"/>
                    <a:pt x="20085" y="0"/>
                    <a:pt x="18719" y="1413"/>
                  </a:cubicBezTo>
                  <a:cubicBezTo>
                    <a:pt x="18719" y="1413"/>
                    <a:pt x="13002" y="9347"/>
                    <a:pt x="13002" y="9347"/>
                  </a:cubicBezTo>
                  <a:cubicBezTo>
                    <a:pt x="11894" y="11402"/>
                    <a:pt x="11815" y="13770"/>
                    <a:pt x="10174" y="157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8"/>
            <p:cNvSpPr/>
            <p:nvPr/>
          </p:nvSpPr>
          <p:spPr>
            <a:xfrm>
              <a:off x="8437675" y="2847875"/>
              <a:ext cx="315450" cy="269700"/>
            </a:xfrm>
            <a:custGeom>
              <a:avLst/>
              <a:gdLst/>
              <a:ahLst/>
              <a:cxnLst/>
              <a:rect l="l" t="t" r="r" b="b"/>
              <a:pathLst>
                <a:path w="12618" h="10788" extrusionOk="0">
                  <a:moveTo>
                    <a:pt x="1" y="3363"/>
                  </a:moveTo>
                  <a:cubicBezTo>
                    <a:pt x="1365" y="1956"/>
                    <a:pt x="11209" y="9050"/>
                    <a:pt x="10306" y="10787"/>
                  </a:cubicBezTo>
                  <a:lnTo>
                    <a:pt x="11714" y="8834"/>
                  </a:lnTo>
                  <a:cubicBezTo>
                    <a:pt x="12617" y="7096"/>
                    <a:pt x="2772" y="0"/>
                    <a:pt x="1409" y="1409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8"/>
            <p:cNvSpPr/>
            <p:nvPr/>
          </p:nvSpPr>
          <p:spPr>
            <a:xfrm>
              <a:off x="8111050" y="3301175"/>
              <a:ext cx="315475" cy="269700"/>
            </a:xfrm>
            <a:custGeom>
              <a:avLst/>
              <a:gdLst/>
              <a:ahLst/>
              <a:cxnLst/>
              <a:rect l="l" t="t" r="r" b="b"/>
              <a:pathLst>
                <a:path w="12619" h="10788" extrusionOk="0">
                  <a:moveTo>
                    <a:pt x="1" y="3363"/>
                  </a:moveTo>
                  <a:cubicBezTo>
                    <a:pt x="1366" y="1956"/>
                    <a:pt x="11211" y="9050"/>
                    <a:pt x="10307" y="10788"/>
                  </a:cubicBezTo>
                  <a:lnTo>
                    <a:pt x="11714" y="8834"/>
                  </a:lnTo>
                  <a:cubicBezTo>
                    <a:pt x="12619" y="7095"/>
                    <a:pt x="2772" y="1"/>
                    <a:pt x="1409" y="1409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8"/>
            <p:cNvSpPr/>
            <p:nvPr/>
          </p:nvSpPr>
          <p:spPr>
            <a:xfrm>
              <a:off x="8035100" y="3424150"/>
              <a:ext cx="302825" cy="256000"/>
            </a:xfrm>
            <a:custGeom>
              <a:avLst/>
              <a:gdLst/>
              <a:ahLst/>
              <a:cxnLst/>
              <a:rect l="l" t="t" r="r" b="b"/>
              <a:pathLst>
                <a:path w="12113" h="10240" extrusionOk="0">
                  <a:moveTo>
                    <a:pt x="904" y="1408"/>
                  </a:moveTo>
                  <a:cubicBezTo>
                    <a:pt x="2268" y="1"/>
                    <a:pt x="12113" y="7095"/>
                    <a:pt x="11209" y="8833"/>
                  </a:cubicBezTo>
                  <a:cubicBezTo>
                    <a:pt x="9846" y="10240"/>
                    <a:pt x="1" y="3147"/>
                    <a:pt x="904" y="140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8"/>
            <p:cNvSpPr/>
            <p:nvPr/>
          </p:nvSpPr>
          <p:spPr>
            <a:xfrm>
              <a:off x="5311425" y="3261825"/>
              <a:ext cx="2871500" cy="1634950"/>
            </a:xfrm>
            <a:custGeom>
              <a:avLst/>
              <a:gdLst/>
              <a:ahLst/>
              <a:cxnLst/>
              <a:rect l="l" t="t" r="r" b="b"/>
              <a:pathLst>
                <a:path w="114860" h="65398" fill="none" extrusionOk="0">
                  <a:moveTo>
                    <a:pt x="0" y="43541"/>
                  </a:moveTo>
                  <a:cubicBezTo>
                    <a:pt x="44419" y="65398"/>
                    <a:pt x="87709" y="60163"/>
                    <a:pt x="98412" y="38409"/>
                  </a:cubicBezTo>
                  <a:cubicBezTo>
                    <a:pt x="109117" y="16654"/>
                    <a:pt x="68059" y="0"/>
                    <a:pt x="56980" y="16450"/>
                  </a:cubicBezTo>
                  <a:cubicBezTo>
                    <a:pt x="43833" y="35972"/>
                    <a:pt x="92518" y="47665"/>
                    <a:pt x="114859" y="11109"/>
                  </a:cubicBezTo>
                </a:path>
              </a:pathLst>
            </a:custGeom>
            <a:noFill/>
            <a:ln w="2002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0" name="Google Shape;210;p28"/>
          <p:cNvSpPr txBox="1">
            <a:spLocks noGrp="1"/>
          </p:cNvSpPr>
          <p:nvPr>
            <p:ph type="ctrTitle"/>
          </p:nvPr>
        </p:nvSpPr>
        <p:spPr>
          <a:xfrm>
            <a:off x="831700" y="73850"/>
            <a:ext cx="6920895" cy="230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 dirty="0">
                <a:solidFill>
                  <a:schemeClr val="lt2"/>
                </a:solidFill>
              </a:rPr>
              <a:t>Allurralde kiroldegia</a:t>
            </a:r>
            <a:endParaRPr sz="7000" dirty="0"/>
          </a:p>
        </p:txBody>
      </p:sp>
      <p:sp>
        <p:nvSpPr>
          <p:cNvPr id="211" name="Google Shape;211;p28"/>
          <p:cNvSpPr txBox="1">
            <a:spLocks noGrp="1"/>
          </p:cNvSpPr>
          <p:nvPr>
            <p:ph type="subTitle" idx="1"/>
          </p:nvPr>
        </p:nvSpPr>
        <p:spPr>
          <a:xfrm>
            <a:off x="3837126" y="4742975"/>
            <a:ext cx="77136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Hodei, Oier eta Iraitz</a:t>
            </a:r>
            <a:endParaRPr dirty="0"/>
          </a:p>
        </p:txBody>
      </p:sp>
      <p:grpSp>
        <p:nvGrpSpPr>
          <p:cNvPr id="212" name="Google Shape;212;p28"/>
          <p:cNvGrpSpPr/>
          <p:nvPr/>
        </p:nvGrpSpPr>
        <p:grpSpPr>
          <a:xfrm>
            <a:off x="333025" y="122325"/>
            <a:ext cx="1551350" cy="1342825"/>
            <a:chOff x="305350" y="253700"/>
            <a:chExt cx="1551350" cy="1342825"/>
          </a:xfrm>
        </p:grpSpPr>
        <p:sp>
          <p:nvSpPr>
            <p:cNvPr id="213" name="Google Shape;213;p28"/>
            <p:cNvSpPr/>
            <p:nvPr/>
          </p:nvSpPr>
          <p:spPr>
            <a:xfrm>
              <a:off x="305350" y="743175"/>
              <a:ext cx="721625" cy="853350"/>
            </a:xfrm>
            <a:custGeom>
              <a:avLst/>
              <a:gdLst/>
              <a:ahLst/>
              <a:cxnLst/>
              <a:rect l="l" t="t" r="r" b="b"/>
              <a:pathLst>
                <a:path w="28865" h="34134" extrusionOk="0">
                  <a:moveTo>
                    <a:pt x="22788" y="30913"/>
                  </a:moveTo>
                  <a:lnTo>
                    <a:pt x="24099" y="30157"/>
                  </a:lnTo>
                  <a:lnTo>
                    <a:pt x="24028" y="30034"/>
                  </a:lnTo>
                  <a:cubicBezTo>
                    <a:pt x="28463" y="26270"/>
                    <a:pt x="28864" y="18121"/>
                    <a:pt x="24708" y="10924"/>
                  </a:cubicBezTo>
                  <a:cubicBezTo>
                    <a:pt x="20554" y="3727"/>
                    <a:pt x="13296" y="1"/>
                    <a:pt x="7820" y="1960"/>
                  </a:cubicBezTo>
                  <a:lnTo>
                    <a:pt x="7753" y="1845"/>
                  </a:lnTo>
                  <a:lnTo>
                    <a:pt x="6698" y="2456"/>
                  </a:lnTo>
                  <a:cubicBezTo>
                    <a:pt x="6611" y="2501"/>
                    <a:pt x="6523" y="2545"/>
                    <a:pt x="6437" y="2593"/>
                  </a:cubicBezTo>
                  <a:cubicBezTo>
                    <a:pt x="862" y="5814"/>
                    <a:pt x="0" y="14763"/>
                    <a:pt x="4516" y="22584"/>
                  </a:cubicBezTo>
                  <a:cubicBezTo>
                    <a:pt x="9031" y="30403"/>
                    <a:pt x="17212" y="34133"/>
                    <a:pt x="22788" y="3091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8"/>
            <p:cNvSpPr/>
            <p:nvPr/>
          </p:nvSpPr>
          <p:spPr>
            <a:xfrm>
              <a:off x="346775" y="703625"/>
              <a:ext cx="730600" cy="868975"/>
            </a:xfrm>
            <a:custGeom>
              <a:avLst/>
              <a:gdLst/>
              <a:ahLst/>
              <a:cxnLst/>
              <a:rect l="l" t="t" r="r" b="b"/>
              <a:pathLst>
                <a:path w="29224" h="34759" extrusionOk="0">
                  <a:moveTo>
                    <a:pt x="4515" y="23208"/>
                  </a:moveTo>
                  <a:cubicBezTo>
                    <a:pt x="0" y="15388"/>
                    <a:pt x="860" y="6438"/>
                    <a:pt x="6437" y="3219"/>
                  </a:cubicBezTo>
                  <a:cubicBezTo>
                    <a:pt x="12013" y="0"/>
                    <a:pt x="20193" y="3730"/>
                    <a:pt x="24708" y="11550"/>
                  </a:cubicBezTo>
                  <a:cubicBezTo>
                    <a:pt x="29223" y="19371"/>
                    <a:pt x="28363" y="28320"/>
                    <a:pt x="22787" y="31539"/>
                  </a:cubicBezTo>
                  <a:cubicBezTo>
                    <a:pt x="17212" y="34758"/>
                    <a:pt x="9030" y="31029"/>
                    <a:pt x="4515" y="232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8"/>
            <p:cNvSpPr/>
            <p:nvPr/>
          </p:nvSpPr>
          <p:spPr>
            <a:xfrm>
              <a:off x="580850" y="1000550"/>
              <a:ext cx="250425" cy="275000"/>
            </a:xfrm>
            <a:custGeom>
              <a:avLst/>
              <a:gdLst/>
              <a:ahLst/>
              <a:cxnLst/>
              <a:rect l="l" t="t" r="r" b="b"/>
              <a:pathLst>
                <a:path w="10017" h="11000" extrusionOk="0">
                  <a:moveTo>
                    <a:pt x="3911" y="1"/>
                  </a:moveTo>
                  <a:cubicBezTo>
                    <a:pt x="3345" y="1"/>
                    <a:pt x="2801" y="134"/>
                    <a:pt x="2313" y="416"/>
                  </a:cubicBezTo>
                  <a:cubicBezTo>
                    <a:pt x="310" y="1573"/>
                    <a:pt x="1" y="4787"/>
                    <a:pt x="1623" y="7594"/>
                  </a:cubicBezTo>
                  <a:cubicBezTo>
                    <a:pt x="2402" y="8943"/>
                    <a:pt x="3530" y="10015"/>
                    <a:pt x="4761" y="10576"/>
                  </a:cubicBezTo>
                  <a:cubicBezTo>
                    <a:pt x="5379" y="10858"/>
                    <a:pt x="5998" y="10999"/>
                    <a:pt x="6583" y="10999"/>
                  </a:cubicBezTo>
                  <a:cubicBezTo>
                    <a:pt x="7161" y="10999"/>
                    <a:pt x="7706" y="10862"/>
                    <a:pt x="8183" y="10586"/>
                  </a:cubicBezTo>
                  <a:cubicBezTo>
                    <a:pt x="9146" y="10031"/>
                    <a:pt x="9758" y="8963"/>
                    <a:pt x="9887" y="7617"/>
                  </a:cubicBezTo>
                  <a:cubicBezTo>
                    <a:pt x="10017" y="6271"/>
                    <a:pt x="9652" y="4757"/>
                    <a:pt x="8873" y="3408"/>
                  </a:cubicBezTo>
                  <a:cubicBezTo>
                    <a:pt x="7648" y="1284"/>
                    <a:pt x="5669" y="1"/>
                    <a:pt x="39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8"/>
            <p:cNvSpPr/>
            <p:nvPr/>
          </p:nvSpPr>
          <p:spPr>
            <a:xfrm>
              <a:off x="648250" y="1062175"/>
              <a:ext cx="127675" cy="151850"/>
            </a:xfrm>
            <a:custGeom>
              <a:avLst/>
              <a:gdLst/>
              <a:ahLst/>
              <a:cxnLst/>
              <a:rect l="l" t="t" r="r" b="b"/>
              <a:pathLst>
                <a:path w="5107" h="6074" extrusionOk="0">
                  <a:moveTo>
                    <a:pt x="789" y="4055"/>
                  </a:moveTo>
                  <a:cubicBezTo>
                    <a:pt x="0" y="2689"/>
                    <a:pt x="150" y="1125"/>
                    <a:pt x="1125" y="564"/>
                  </a:cubicBezTo>
                  <a:cubicBezTo>
                    <a:pt x="2098" y="1"/>
                    <a:pt x="3528" y="653"/>
                    <a:pt x="4317" y="2019"/>
                  </a:cubicBezTo>
                  <a:cubicBezTo>
                    <a:pt x="5107" y="3386"/>
                    <a:pt x="4955" y="4949"/>
                    <a:pt x="3982" y="5511"/>
                  </a:cubicBezTo>
                  <a:cubicBezTo>
                    <a:pt x="3007" y="6074"/>
                    <a:pt x="1577" y="5422"/>
                    <a:pt x="789" y="40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8"/>
            <p:cNvSpPr/>
            <p:nvPr/>
          </p:nvSpPr>
          <p:spPr>
            <a:xfrm>
              <a:off x="676350" y="672825"/>
              <a:ext cx="770175" cy="527125"/>
            </a:xfrm>
            <a:custGeom>
              <a:avLst/>
              <a:gdLst/>
              <a:ahLst/>
              <a:cxnLst/>
              <a:rect l="l" t="t" r="r" b="b"/>
              <a:pathLst>
                <a:path w="30807" h="21085" extrusionOk="0">
                  <a:moveTo>
                    <a:pt x="1" y="16138"/>
                  </a:moveTo>
                  <a:lnTo>
                    <a:pt x="27951" y="1"/>
                  </a:lnTo>
                  <a:lnTo>
                    <a:pt x="30806" y="4950"/>
                  </a:lnTo>
                  <a:lnTo>
                    <a:pt x="2858" y="21085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8"/>
            <p:cNvSpPr/>
            <p:nvPr/>
          </p:nvSpPr>
          <p:spPr>
            <a:xfrm>
              <a:off x="1058775" y="326700"/>
              <a:ext cx="712450" cy="834800"/>
            </a:xfrm>
            <a:custGeom>
              <a:avLst/>
              <a:gdLst/>
              <a:ahLst/>
              <a:cxnLst/>
              <a:rect l="l" t="t" r="r" b="b"/>
              <a:pathLst>
                <a:path w="28498" h="33392" extrusionOk="0">
                  <a:moveTo>
                    <a:pt x="22787" y="30173"/>
                  </a:moveTo>
                  <a:lnTo>
                    <a:pt x="25480" y="28619"/>
                  </a:lnTo>
                  <a:lnTo>
                    <a:pt x="25184" y="28106"/>
                  </a:lnTo>
                  <a:cubicBezTo>
                    <a:pt x="28497" y="23988"/>
                    <a:pt x="28469" y="16696"/>
                    <a:pt x="24709" y="10184"/>
                  </a:cubicBezTo>
                  <a:cubicBezTo>
                    <a:pt x="20949" y="3672"/>
                    <a:pt x="14649" y="1"/>
                    <a:pt x="9427" y="812"/>
                  </a:cubicBezTo>
                  <a:lnTo>
                    <a:pt x="9130" y="299"/>
                  </a:lnTo>
                  <a:lnTo>
                    <a:pt x="6437" y="1853"/>
                  </a:lnTo>
                  <a:cubicBezTo>
                    <a:pt x="861" y="5072"/>
                    <a:pt x="1" y="14021"/>
                    <a:pt x="4516" y="21842"/>
                  </a:cubicBezTo>
                  <a:cubicBezTo>
                    <a:pt x="9031" y="29663"/>
                    <a:pt x="17212" y="33392"/>
                    <a:pt x="22787" y="3017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8"/>
            <p:cNvSpPr/>
            <p:nvPr/>
          </p:nvSpPr>
          <p:spPr>
            <a:xfrm>
              <a:off x="1126075" y="253700"/>
              <a:ext cx="730625" cy="868950"/>
            </a:xfrm>
            <a:custGeom>
              <a:avLst/>
              <a:gdLst/>
              <a:ahLst/>
              <a:cxnLst/>
              <a:rect l="l" t="t" r="r" b="b"/>
              <a:pathLst>
                <a:path w="29225" h="34758" extrusionOk="0">
                  <a:moveTo>
                    <a:pt x="4516" y="23208"/>
                  </a:moveTo>
                  <a:cubicBezTo>
                    <a:pt x="1" y="15387"/>
                    <a:pt x="861" y="6438"/>
                    <a:pt x="6438" y="3219"/>
                  </a:cubicBezTo>
                  <a:cubicBezTo>
                    <a:pt x="12014" y="0"/>
                    <a:pt x="20194" y="3729"/>
                    <a:pt x="24709" y="11550"/>
                  </a:cubicBezTo>
                  <a:cubicBezTo>
                    <a:pt x="29224" y="19369"/>
                    <a:pt x="28364" y="28320"/>
                    <a:pt x="22788" y="31539"/>
                  </a:cubicBezTo>
                  <a:cubicBezTo>
                    <a:pt x="17212" y="34758"/>
                    <a:pt x="9031" y="31028"/>
                    <a:pt x="4516" y="232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8"/>
            <p:cNvSpPr/>
            <p:nvPr/>
          </p:nvSpPr>
          <p:spPr>
            <a:xfrm>
              <a:off x="1206025" y="360425"/>
              <a:ext cx="574075" cy="672650"/>
            </a:xfrm>
            <a:custGeom>
              <a:avLst/>
              <a:gdLst/>
              <a:ahLst/>
              <a:cxnLst/>
              <a:rect l="l" t="t" r="r" b="b"/>
              <a:pathLst>
                <a:path w="22963" h="26906" extrusionOk="0">
                  <a:moveTo>
                    <a:pt x="18361" y="24312"/>
                  </a:moveTo>
                  <a:lnTo>
                    <a:pt x="20531" y="23058"/>
                  </a:lnTo>
                  <a:lnTo>
                    <a:pt x="20292" y="22645"/>
                  </a:lnTo>
                  <a:cubicBezTo>
                    <a:pt x="22962" y="19328"/>
                    <a:pt x="22938" y="13453"/>
                    <a:pt x="19910" y="8206"/>
                  </a:cubicBezTo>
                  <a:cubicBezTo>
                    <a:pt x="16880" y="2959"/>
                    <a:pt x="11803" y="0"/>
                    <a:pt x="7595" y="654"/>
                  </a:cubicBezTo>
                  <a:lnTo>
                    <a:pt x="7356" y="241"/>
                  </a:lnTo>
                  <a:lnTo>
                    <a:pt x="5187" y="1493"/>
                  </a:lnTo>
                  <a:cubicBezTo>
                    <a:pt x="694" y="4088"/>
                    <a:pt x="0" y="11298"/>
                    <a:pt x="3639" y="17599"/>
                  </a:cubicBezTo>
                  <a:cubicBezTo>
                    <a:pt x="7277" y="23900"/>
                    <a:pt x="13869" y="26905"/>
                    <a:pt x="18361" y="2431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8"/>
            <p:cNvSpPr/>
            <p:nvPr/>
          </p:nvSpPr>
          <p:spPr>
            <a:xfrm>
              <a:off x="1260275" y="301600"/>
              <a:ext cx="588675" cy="700175"/>
            </a:xfrm>
            <a:custGeom>
              <a:avLst/>
              <a:gdLst/>
              <a:ahLst/>
              <a:cxnLst/>
              <a:rect l="l" t="t" r="r" b="b"/>
              <a:pathLst>
                <a:path w="23547" h="28007" extrusionOk="0">
                  <a:moveTo>
                    <a:pt x="3638" y="18699"/>
                  </a:moveTo>
                  <a:cubicBezTo>
                    <a:pt x="0" y="12398"/>
                    <a:pt x="693" y="5188"/>
                    <a:pt x="5186" y="2594"/>
                  </a:cubicBezTo>
                  <a:cubicBezTo>
                    <a:pt x="9679" y="0"/>
                    <a:pt x="16270" y="3004"/>
                    <a:pt x="19908" y="9306"/>
                  </a:cubicBezTo>
                  <a:cubicBezTo>
                    <a:pt x="23547" y="15607"/>
                    <a:pt x="22853" y="22818"/>
                    <a:pt x="18361" y="25411"/>
                  </a:cubicBezTo>
                  <a:cubicBezTo>
                    <a:pt x="13867" y="28007"/>
                    <a:pt x="7277" y="25001"/>
                    <a:pt x="3638" y="1869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8"/>
            <p:cNvSpPr/>
            <p:nvPr/>
          </p:nvSpPr>
          <p:spPr>
            <a:xfrm>
              <a:off x="1473500" y="589800"/>
              <a:ext cx="124325" cy="147775"/>
            </a:xfrm>
            <a:custGeom>
              <a:avLst/>
              <a:gdLst/>
              <a:ahLst/>
              <a:cxnLst/>
              <a:rect l="l" t="t" r="r" b="b"/>
              <a:pathLst>
                <a:path w="4973" h="5911" extrusionOk="0">
                  <a:moveTo>
                    <a:pt x="3982" y="5347"/>
                  </a:moveTo>
                  <a:lnTo>
                    <a:pt x="4672" y="4949"/>
                  </a:lnTo>
                  <a:lnTo>
                    <a:pt x="4559" y="4752"/>
                  </a:lnTo>
                  <a:cubicBezTo>
                    <a:pt x="4972" y="4011"/>
                    <a:pt x="4909" y="2878"/>
                    <a:pt x="4319" y="1856"/>
                  </a:cubicBezTo>
                  <a:cubicBezTo>
                    <a:pt x="3727" y="832"/>
                    <a:pt x="2778" y="210"/>
                    <a:pt x="1930" y="197"/>
                  </a:cubicBezTo>
                  <a:lnTo>
                    <a:pt x="1815" y="0"/>
                  </a:lnTo>
                  <a:lnTo>
                    <a:pt x="1125" y="400"/>
                  </a:lnTo>
                  <a:cubicBezTo>
                    <a:pt x="150" y="962"/>
                    <a:pt x="1" y="2525"/>
                    <a:pt x="789" y="3892"/>
                  </a:cubicBezTo>
                  <a:cubicBezTo>
                    <a:pt x="1579" y="5258"/>
                    <a:pt x="3008" y="5910"/>
                    <a:pt x="3982" y="53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8"/>
            <p:cNvSpPr/>
            <p:nvPr/>
          </p:nvSpPr>
          <p:spPr>
            <a:xfrm>
              <a:off x="1490750" y="575750"/>
              <a:ext cx="127700" cy="151875"/>
            </a:xfrm>
            <a:custGeom>
              <a:avLst/>
              <a:gdLst/>
              <a:ahLst/>
              <a:cxnLst/>
              <a:rect l="l" t="t" r="r" b="b"/>
              <a:pathLst>
                <a:path w="5108" h="6075" extrusionOk="0">
                  <a:moveTo>
                    <a:pt x="790" y="4055"/>
                  </a:moveTo>
                  <a:cubicBezTo>
                    <a:pt x="1" y="2689"/>
                    <a:pt x="152" y="1125"/>
                    <a:pt x="1125" y="562"/>
                  </a:cubicBezTo>
                  <a:cubicBezTo>
                    <a:pt x="2100" y="1"/>
                    <a:pt x="3530" y="651"/>
                    <a:pt x="4319" y="2018"/>
                  </a:cubicBezTo>
                  <a:cubicBezTo>
                    <a:pt x="5107" y="3384"/>
                    <a:pt x="4957" y="4948"/>
                    <a:pt x="3982" y="5511"/>
                  </a:cubicBezTo>
                  <a:cubicBezTo>
                    <a:pt x="3009" y="6074"/>
                    <a:pt x="1579" y="5422"/>
                    <a:pt x="790" y="40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4" name="Google Shape;224;p28"/>
          <p:cNvGrpSpPr/>
          <p:nvPr/>
        </p:nvGrpSpPr>
        <p:grpSpPr>
          <a:xfrm rot="-5190866" flipH="1">
            <a:off x="1105994" y="4165564"/>
            <a:ext cx="827991" cy="710685"/>
            <a:chOff x="3122700" y="481200"/>
            <a:chExt cx="827950" cy="710650"/>
          </a:xfrm>
        </p:grpSpPr>
        <p:sp>
          <p:nvSpPr>
            <p:cNvPr id="225" name="Google Shape;225;p28"/>
            <p:cNvSpPr/>
            <p:nvPr/>
          </p:nvSpPr>
          <p:spPr>
            <a:xfrm>
              <a:off x="3122700" y="481200"/>
              <a:ext cx="804300" cy="690700"/>
            </a:xfrm>
            <a:custGeom>
              <a:avLst/>
              <a:gdLst/>
              <a:ahLst/>
              <a:cxnLst/>
              <a:rect l="l" t="t" r="r" b="b"/>
              <a:pathLst>
                <a:path w="32172" h="27628" extrusionOk="0">
                  <a:moveTo>
                    <a:pt x="1065" y="7579"/>
                  </a:moveTo>
                  <a:lnTo>
                    <a:pt x="26841" y="27627"/>
                  </a:lnTo>
                  <a:lnTo>
                    <a:pt x="27048" y="27359"/>
                  </a:lnTo>
                  <a:cubicBezTo>
                    <a:pt x="28138" y="27380"/>
                    <a:pt x="29553" y="26559"/>
                    <a:pt x="30639" y="25163"/>
                  </a:cubicBezTo>
                  <a:cubicBezTo>
                    <a:pt x="31724" y="23768"/>
                    <a:pt x="32171" y="22194"/>
                    <a:pt x="31882" y="21143"/>
                  </a:cubicBezTo>
                  <a:lnTo>
                    <a:pt x="32092" y="20875"/>
                  </a:lnTo>
                  <a:lnTo>
                    <a:pt x="6317" y="828"/>
                  </a:lnTo>
                  <a:cubicBezTo>
                    <a:pt x="5253" y="0"/>
                    <a:pt x="3214" y="840"/>
                    <a:pt x="1764" y="2705"/>
                  </a:cubicBezTo>
                  <a:cubicBezTo>
                    <a:pt x="314" y="4569"/>
                    <a:pt x="1" y="6751"/>
                    <a:pt x="1065" y="75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8"/>
            <p:cNvSpPr/>
            <p:nvPr/>
          </p:nvSpPr>
          <p:spPr>
            <a:xfrm>
              <a:off x="3766125" y="981625"/>
              <a:ext cx="184525" cy="210225"/>
            </a:xfrm>
            <a:custGeom>
              <a:avLst/>
              <a:gdLst/>
              <a:ahLst/>
              <a:cxnLst/>
              <a:rect l="l" t="t" r="r" b="b"/>
              <a:pathLst>
                <a:path w="7381" h="8409" extrusionOk="0">
                  <a:moveTo>
                    <a:pt x="1764" y="2705"/>
                  </a:moveTo>
                  <a:cubicBezTo>
                    <a:pt x="3214" y="842"/>
                    <a:pt x="5251" y="0"/>
                    <a:pt x="6317" y="828"/>
                  </a:cubicBezTo>
                  <a:cubicBezTo>
                    <a:pt x="7381" y="1656"/>
                    <a:pt x="7068" y="3839"/>
                    <a:pt x="5617" y="5704"/>
                  </a:cubicBezTo>
                  <a:cubicBezTo>
                    <a:pt x="4167" y="7567"/>
                    <a:pt x="2128" y="8408"/>
                    <a:pt x="1064" y="7581"/>
                  </a:cubicBezTo>
                  <a:cubicBezTo>
                    <a:pt x="0" y="6753"/>
                    <a:pt x="314" y="4570"/>
                    <a:pt x="1764" y="27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7" name="Google Shape;227;p28"/>
          <p:cNvGrpSpPr/>
          <p:nvPr/>
        </p:nvGrpSpPr>
        <p:grpSpPr>
          <a:xfrm rot="485327" flipH="1">
            <a:off x="6631205" y="100466"/>
            <a:ext cx="827907" cy="710613"/>
            <a:chOff x="3122700" y="481200"/>
            <a:chExt cx="827950" cy="710650"/>
          </a:xfrm>
        </p:grpSpPr>
        <p:sp>
          <p:nvSpPr>
            <p:cNvPr id="228" name="Google Shape;228;p28"/>
            <p:cNvSpPr/>
            <p:nvPr/>
          </p:nvSpPr>
          <p:spPr>
            <a:xfrm>
              <a:off x="3122700" y="481200"/>
              <a:ext cx="804300" cy="690700"/>
            </a:xfrm>
            <a:custGeom>
              <a:avLst/>
              <a:gdLst/>
              <a:ahLst/>
              <a:cxnLst/>
              <a:rect l="l" t="t" r="r" b="b"/>
              <a:pathLst>
                <a:path w="32172" h="27628" extrusionOk="0">
                  <a:moveTo>
                    <a:pt x="1065" y="7579"/>
                  </a:moveTo>
                  <a:lnTo>
                    <a:pt x="26841" y="27627"/>
                  </a:lnTo>
                  <a:lnTo>
                    <a:pt x="27048" y="27359"/>
                  </a:lnTo>
                  <a:cubicBezTo>
                    <a:pt x="28138" y="27380"/>
                    <a:pt x="29553" y="26559"/>
                    <a:pt x="30639" y="25163"/>
                  </a:cubicBezTo>
                  <a:cubicBezTo>
                    <a:pt x="31724" y="23768"/>
                    <a:pt x="32171" y="22194"/>
                    <a:pt x="31882" y="21143"/>
                  </a:cubicBezTo>
                  <a:lnTo>
                    <a:pt x="32092" y="20875"/>
                  </a:lnTo>
                  <a:lnTo>
                    <a:pt x="6317" y="828"/>
                  </a:lnTo>
                  <a:cubicBezTo>
                    <a:pt x="5253" y="0"/>
                    <a:pt x="3214" y="840"/>
                    <a:pt x="1764" y="2705"/>
                  </a:cubicBezTo>
                  <a:cubicBezTo>
                    <a:pt x="314" y="4569"/>
                    <a:pt x="1" y="6751"/>
                    <a:pt x="1065" y="757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8"/>
            <p:cNvSpPr/>
            <p:nvPr/>
          </p:nvSpPr>
          <p:spPr>
            <a:xfrm>
              <a:off x="3766125" y="981625"/>
              <a:ext cx="184525" cy="210225"/>
            </a:xfrm>
            <a:custGeom>
              <a:avLst/>
              <a:gdLst/>
              <a:ahLst/>
              <a:cxnLst/>
              <a:rect l="l" t="t" r="r" b="b"/>
              <a:pathLst>
                <a:path w="7381" h="8409" extrusionOk="0">
                  <a:moveTo>
                    <a:pt x="1764" y="2705"/>
                  </a:moveTo>
                  <a:cubicBezTo>
                    <a:pt x="3214" y="842"/>
                    <a:pt x="5251" y="0"/>
                    <a:pt x="6317" y="828"/>
                  </a:cubicBezTo>
                  <a:cubicBezTo>
                    <a:pt x="7381" y="1656"/>
                    <a:pt x="7068" y="3839"/>
                    <a:pt x="5617" y="5704"/>
                  </a:cubicBezTo>
                  <a:cubicBezTo>
                    <a:pt x="4167" y="7567"/>
                    <a:pt x="2128" y="8408"/>
                    <a:pt x="1064" y="7581"/>
                  </a:cubicBezTo>
                  <a:cubicBezTo>
                    <a:pt x="0" y="6753"/>
                    <a:pt x="314" y="4570"/>
                    <a:pt x="1764" y="27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26" name="Picture 2" descr="POLIDEPORTIVO ALLURRALDE - Juegos escolares deportivos de Euskadi">
            <a:extLst>
              <a:ext uri="{FF2B5EF4-FFF2-40B4-BE49-F238E27FC236}">
                <a16:creationId xmlns:a16="http://schemas.microsoft.com/office/drawing/2014/main" id="{860C421F-B186-7E85-6E67-0CB4E6DEE0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728" y="2144981"/>
            <a:ext cx="3450837" cy="2311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Aurkibidea</a:t>
            </a:r>
            <a:endParaRPr dirty="0"/>
          </a:p>
        </p:txBody>
      </p:sp>
      <p:sp>
        <p:nvSpPr>
          <p:cNvPr id="244" name="Google Shape;244;p30"/>
          <p:cNvSpPr txBox="1">
            <a:spLocks noGrp="1"/>
          </p:cNvSpPr>
          <p:nvPr>
            <p:ph type="title" idx="2"/>
          </p:nvPr>
        </p:nvSpPr>
        <p:spPr>
          <a:xfrm>
            <a:off x="1505400" y="1355773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245" name="Google Shape;245;p30"/>
          <p:cNvSpPr txBox="1">
            <a:spLocks noGrp="1"/>
          </p:cNvSpPr>
          <p:nvPr>
            <p:ph type="title" idx="3"/>
          </p:nvPr>
        </p:nvSpPr>
        <p:spPr>
          <a:xfrm>
            <a:off x="1505400" y="2941602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246" name="Google Shape;246;p30"/>
          <p:cNvSpPr txBox="1">
            <a:spLocks noGrp="1"/>
          </p:cNvSpPr>
          <p:nvPr>
            <p:ph type="title" idx="4"/>
          </p:nvPr>
        </p:nvSpPr>
        <p:spPr>
          <a:xfrm>
            <a:off x="4204675" y="1355773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02¡04</a:t>
            </a:r>
            <a:endParaRPr dirty="0"/>
          </a:p>
        </p:txBody>
      </p:sp>
      <p:sp>
        <p:nvSpPr>
          <p:cNvPr id="247" name="Google Shape;247;p30"/>
          <p:cNvSpPr txBox="1">
            <a:spLocks noGrp="1"/>
          </p:cNvSpPr>
          <p:nvPr>
            <p:ph type="title" idx="5"/>
          </p:nvPr>
        </p:nvSpPr>
        <p:spPr>
          <a:xfrm>
            <a:off x="4204675" y="2941602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sp>
        <p:nvSpPr>
          <p:cNvPr id="248" name="Google Shape;248;p30"/>
          <p:cNvSpPr txBox="1">
            <a:spLocks noGrp="1"/>
          </p:cNvSpPr>
          <p:nvPr>
            <p:ph type="title" idx="6"/>
          </p:nvPr>
        </p:nvSpPr>
        <p:spPr>
          <a:xfrm>
            <a:off x="6903950" y="1355773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249" name="Google Shape;249;p30"/>
          <p:cNvSpPr txBox="1">
            <a:spLocks noGrp="1"/>
          </p:cNvSpPr>
          <p:nvPr>
            <p:ph type="title" idx="7"/>
          </p:nvPr>
        </p:nvSpPr>
        <p:spPr>
          <a:xfrm>
            <a:off x="6903950" y="2941602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08</a:t>
            </a:r>
            <a:endParaRPr dirty="0"/>
          </a:p>
        </p:txBody>
      </p:sp>
      <p:sp>
        <p:nvSpPr>
          <p:cNvPr id="250" name="Google Shape;250;p30"/>
          <p:cNvSpPr txBox="1">
            <a:spLocks noGrp="1"/>
          </p:cNvSpPr>
          <p:nvPr>
            <p:ph type="subTitle" idx="1"/>
          </p:nvPr>
        </p:nvSpPr>
        <p:spPr>
          <a:xfrm>
            <a:off x="574935" y="1903648"/>
            <a:ext cx="2595629" cy="8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Garapen prozesua</a:t>
            </a:r>
            <a:endParaRPr dirty="0"/>
          </a:p>
        </p:txBody>
      </p:sp>
      <p:sp>
        <p:nvSpPr>
          <p:cNvPr id="251" name="Google Shape;251;p30"/>
          <p:cNvSpPr txBox="1">
            <a:spLocks noGrp="1"/>
          </p:cNvSpPr>
          <p:nvPr>
            <p:ph type="subTitle" idx="8"/>
          </p:nvPr>
        </p:nvSpPr>
        <p:spPr>
          <a:xfrm>
            <a:off x="3419275" y="1921475"/>
            <a:ext cx="2305500" cy="8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Web orria</a:t>
            </a:r>
            <a:endParaRPr dirty="0"/>
          </a:p>
        </p:txBody>
      </p:sp>
      <p:sp>
        <p:nvSpPr>
          <p:cNvPr id="252" name="Google Shape;252;p30"/>
          <p:cNvSpPr txBox="1">
            <a:spLocks noGrp="1"/>
          </p:cNvSpPr>
          <p:nvPr>
            <p:ph type="subTitle" idx="9"/>
          </p:nvPr>
        </p:nvSpPr>
        <p:spPr>
          <a:xfrm>
            <a:off x="6118550" y="1921475"/>
            <a:ext cx="2305500" cy="8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Java programa</a:t>
            </a:r>
            <a:endParaRPr dirty="0"/>
          </a:p>
        </p:txBody>
      </p:sp>
      <p:sp>
        <p:nvSpPr>
          <p:cNvPr id="253" name="Google Shape;253;p30"/>
          <p:cNvSpPr txBox="1">
            <a:spLocks noGrp="1"/>
          </p:cNvSpPr>
          <p:nvPr>
            <p:ph type="subTitle" idx="13"/>
          </p:nvPr>
        </p:nvSpPr>
        <p:spPr>
          <a:xfrm>
            <a:off x="720000" y="3507350"/>
            <a:ext cx="2305500" cy="8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C# programa</a:t>
            </a:r>
            <a:endParaRPr dirty="0"/>
          </a:p>
        </p:txBody>
      </p:sp>
      <p:sp>
        <p:nvSpPr>
          <p:cNvPr id="254" name="Google Shape;254;p30"/>
          <p:cNvSpPr txBox="1">
            <a:spLocks noGrp="1"/>
          </p:cNvSpPr>
          <p:nvPr>
            <p:ph type="subTitle" idx="14"/>
          </p:nvPr>
        </p:nvSpPr>
        <p:spPr>
          <a:xfrm>
            <a:off x="3419275" y="3507350"/>
            <a:ext cx="2305500" cy="8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err="1"/>
              <a:t>Datu</a:t>
            </a:r>
            <a:r>
              <a:rPr lang="es-ES" dirty="0"/>
              <a:t> </a:t>
            </a:r>
            <a:r>
              <a:rPr lang="es-ES" dirty="0" err="1"/>
              <a:t>basea</a:t>
            </a:r>
            <a:endParaRPr dirty="0"/>
          </a:p>
        </p:txBody>
      </p:sp>
      <p:sp>
        <p:nvSpPr>
          <p:cNvPr id="255" name="Google Shape;255;p30"/>
          <p:cNvSpPr txBox="1">
            <a:spLocks noGrp="1"/>
          </p:cNvSpPr>
          <p:nvPr>
            <p:ph type="subTitle" idx="15"/>
          </p:nvPr>
        </p:nvSpPr>
        <p:spPr>
          <a:xfrm>
            <a:off x="6118550" y="3507350"/>
            <a:ext cx="2305500" cy="8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err="1"/>
              <a:t>Hobekuntzak</a:t>
            </a:r>
            <a:endParaRPr dirty="0"/>
          </a:p>
        </p:txBody>
      </p:sp>
      <p:grpSp>
        <p:nvGrpSpPr>
          <p:cNvPr id="256" name="Google Shape;256;p30"/>
          <p:cNvGrpSpPr/>
          <p:nvPr/>
        </p:nvGrpSpPr>
        <p:grpSpPr>
          <a:xfrm>
            <a:off x="234375" y="156900"/>
            <a:ext cx="895986" cy="996140"/>
            <a:chOff x="2594600" y="1464100"/>
            <a:chExt cx="895986" cy="996140"/>
          </a:xfrm>
        </p:grpSpPr>
        <p:sp>
          <p:nvSpPr>
            <p:cNvPr id="257" name="Google Shape;257;p30"/>
            <p:cNvSpPr/>
            <p:nvPr/>
          </p:nvSpPr>
          <p:spPr>
            <a:xfrm>
              <a:off x="3263541" y="1464100"/>
              <a:ext cx="227045" cy="227017"/>
            </a:xfrm>
            <a:custGeom>
              <a:avLst/>
              <a:gdLst/>
              <a:ahLst/>
              <a:cxnLst/>
              <a:rect l="l" t="t" r="r" b="b"/>
              <a:pathLst>
                <a:path w="7876" h="7875" fill="none" extrusionOk="0">
                  <a:moveTo>
                    <a:pt x="7875" y="3937"/>
                  </a:moveTo>
                  <a:cubicBezTo>
                    <a:pt x="7875" y="6111"/>
                    <a:pt x="6112" y="7875"/>
                    <a:pt x="3938" y="7875"/>
                  </a:cubicBezTo>
                  <a:cubicBezTo>
                    <a:pt x="1764" y="7875"/>
                    <a:pt x="1" y="6111"/>
                    <a:pt x="1" y="3937"/>
                  </a:cubicBezTo>
                  <a:cubicBezTo>
                    <a:pt x="1" y="1762"/>
                    <a:pt x="1764" y="0"/>
                    <a:pt x="3938" y="0"/>
                  </a:cubicBezTo>
                  <a:cubicBezTo>
                    <a:pt x="6112" y="0"/>
                    <a:pt x="7875" y="1762"/>
                    <a:pt x="7875" y="3937"/>
                  </a:cubicBezTo>
                  <a:close/>
                </a:path>
              </a:pathLst>
            </a:custGeom>
            <a:noFill/>
            <a:ln w="16650" cap="flat" cmpd="sng">
              <a:solidFill>
                <a:schemeClr val="accent2"/>
              </a:solidFill>
              <a:prstDash val="solid"/>
              <a:miter lim="13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30"/>
            <p:cNvSpPr/>
            <p:nvPr/>
          </p:nvSpPr>
          <p:spPr>
            <a:xfrm>
              <a:off x="3235202" y="1567912"/>
              <a:ext cx="160800" cy="177433"/>
            </a:xfrm>
            <a:custGeom>
              <a:avLst/>
              <a:gdLst/>
              <a:ahLst/>
              <a:cxnLst/>
              <a:rect l="l" t="t" r="r" b="b"/>
              <a:pathLst>
                <a:path w="5578" h="6155" extrusionOk="0">
                  <a:moveTo>
                    <a:pt x="2000" y="6155"/>
                  </a:moveTo>
                  <a:lnTo>
                    <a:pt x="1" y="4599"/>
                  </a:lnTo>
                  <a:lnTo>
                    <a:pt x="3577" y="0"/>
                  </a:lnTo>
                  <a:lnTo>
                    <a:pt x="5577" y="15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30"/>
            <p:cNvSpPr/>
            <p:nvPr/>
          </p:nvSpPr>
          <p:spPr>
            <a:xfrm>
              <a:off x="3287728" y="1546262"/>
              <a:ext cx="133442" cy="120816"/>
            </a:xfrm>
            <a:custGeom>
              <a:avLst/>
              <a:gdLst/>
              <a:ahLst/>
              <a:cxnLst/>
              <a:rect l="l" t="t" r="r" b="b"/>
              <a:pathLst>
                <a:path w="4629" h="4191" extrusionOk="0">
                  <a:moveTo>
                    <a:pt x="3415" y="4165"/>
                  </a:moveTo>
                  <a:lnTo>
                    <a:pt x="38" y="1538"/>
                  </a:lnTo>
                  <a:cubicBezTo>
                    <a:pt x="5" y="1514"/>
                    <a:pt x="0" y="1468"/>
                    <a:pt x="26" y="1436"/>
                  </a:cubicBezTo>
                  <a:lnTo>
                    <a:pt x="1113" y="38"/>
                  </a:lnTo>
                  <a:cubicBezTo>
                    <a:pt x="1137" y="7"/>
                    <a:pt x="1183" y="1"/>
                    <a:pt x="1215" y="26"/>
                  </a:cubicBezTo>
                  <a:lnTo>
                    <a:pt x="4591" y="2652"/>
                  </a:lnTo>
                  <a:cubicBezTo>
                    <a:pt x="4623" y="2677"/>
                    <a:pt x="4629" y="2723"/>
                    <a:pt x="4604" y="2755"/>
                  </a:cubicBezTo>
                  <a:lnTo>
                    <a:pt x="3517" y="4152"/>
                  </a:lnTo>
                  <a:cubicBezTo>
                    <a:pt x="3492" y="4184"/>
                    <a:pt x="3446" y="4190"/>
                    <a:pt x="3415" y="41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30"/>
            <p:cNvSpPr/>
            <p:nvPr/>
          </p:nvSpPr>
          <p:spPr>
            <a:xfrm>
              <a:off x="2594600" y="1596625"/>
              <a:ext cx="863557" cy="863614"/>
            </a:xfrm>
            <a:custGeom>
              <a:avLst/>
              <a:gdLst/>
              <a:ahLst/>
              <a:cxnLst/>
              <a:rect l="l" t="t" r="r" b="b"/>
              <a:pathLst>
                <a:path w="29956" h="29958" extrusionOk="0">
                  <a:moveTo>
                    <a:pt x="29956" y="14979"/>
                  </a:moveTo>
                  <a:cubicBezTo>
                    <a:pt x="29956" y="18951"/>
                    <a:pt x="28379" y="22760"/>
                    <a:pt x="25569" y="25569"/>
                  </a:cubicBezTo>
                  <a:cubicBezTo>
                    <a:pt x="22760" y="28379"/>
                    <a:pt x="18950" y="29957"/>
                    <a:pt x="14978" y="29957"/>
                  </a:cubicBezTo>
                  <a:cubicBezTo>
                    <a:pt x="11005" y="29957"/>
                    <a:pt x="7196" y="28379"/>
                    <a:pt x="4388" y="25569"/>
                  </a:cubicBezTo>
                  <a:cubicBezTo>
                    <a:pt x="1578" y="22760"/>
                    <a:pt x="1" y="18951"/>
                    <a:pt x="1" y="14979"/>
                  </a:cubicBezTo>
                  <a:cubicBezTo>
                    <a:pt x="1" y="11007"/>
                    <a:pt x="1578" y="7196"/>
                    <a:pt x="4388" y="4388"/>
                  </a:cubicBezTo>
                  <a:cubicBezTo>
                    <a:pt x="7196" y="1578"/>
                    <a:pt x="11005" y="1"/>
                    <a:pt x="14978" y="1"/>
                  </a:cubicBezTo>
                  <a:cubicBezTo>
                    <a:pt x="18950" y="1"/>
                    <a:pt x="22760" y="1578"/>
                    <a:pt x="25569" y="4388"/>
                  </a:cubicBezTo>
                  <a:cubicBezTo>
                    <a:pt x="28379" y="7196"/>
                    <a:pt x="29956" y="11007"/>
                    <a:pt x="29956" y="149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30"/>
            <p:cNvSpPr/>
            <p:nvPr/>
          </p:nvSpPr>
          <p:spPr>
            <a:xfrm>
              <a:off x="2662780" y="1664776"/>
              <a:ext cx="727231" cy="727260"/>
            </a:xfrm>
            <a:custGeom>
              <a:avLst/>
              <a:gdLst/>
              <a:ahLst/>
              <a:cxnLst/>
              <a:rect l="l" t="t" r="r" b="b"/>
              <a:pathLst>
                <a:path w="25227" h="25228" extrusionOk="0">
                  <a:moveTo>
                    <a:pt x="25226" y="12615"/>
                  </a:moveTo>
                  <a:cubicBezTo>
                    <a:pt x="25226" y="15959"/>
                    <a:pt x="23898" y="19168"/>
                    <a:pt x="21532" y="21533"/>
                  </a:cubicBezTo>
                  <a:cubicBezTo>
                    <a:pt x="19167" y="23899"/>
                    <a:pt x="15958" y="25227"/>
                    <a:pt x="12613" y="25227"/>
                  </a:cubicBezTo>
                  <a:cubicBezTo>
                    <a:pt x="9268" y="25227"/>
                    <a:pt x="6060" y="23899"/>
                    <a:pt x="3694" y="21533"/>
                  </a:cubicBezTo>
                  <a:cubicBezTo>
                    <a:pt x="1329" y="19168"/>
                    <a:pt x="0" y="15959"/>
                    <a:pt x="0" y="12615"/>
                  </a:cubicBezTo>
                  <a:cubicBezTo>
                    <a:pt x="0" y="9269"/>
                    <a:pt x="1329" y="6061"/>
                    <a:pt x="3694" y="3695"/>
                  </a:cubicBezTo>
                  <a:cubicBezTo>
                    <a:pt x="6060" y="1330"/>
                    <a:pt x="9268" y="1"/>
                    <a:pt x="12613" y="1"/>
                  </a:cubicBezTo>
                  <a:cubicBezTo>
                    <a:pt x="15958" y="1"/>
                    <a:pt x="19167" y="1330"/>
                    <a:pt x="21532" y="3695"/>
                  </a:cubicBezTo>
                  <a:cubicBezTo>
                    <a:pt x="23898" y="6061"/>
                    <a:pt x="25226" y="9269"/>
                    <a:pt x="25226" y="12615"/>
                  </a:cubicBezTo>
                  <a:close/>
                </a:path>
              </a:pathLst>
            </a:custGeom>
            <a:solidFill>
              <a:srgbClr val="F3D3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30"/>
            <p:cNvSpPr/>
            <p:nvPr/>
          </p:nvSpPr>
          <p:spPr>
            <a:xfrm>
              <a:off x="2656775" y="1658775"/>
              <a:ext cx="739214" cy="739243"/>
            </a:xfrm>
            <a:custGeom>
              <a:avLst/>
              <a:gdLst/>
              <a:ahLst/>
              <a:cxnLst/>
              <a:rect l="l" t="t" r="r" b="b"/>
              <a:pathLst>
                <a:path w="25227" h="25228" extrusionOk="0">
                  <a:moveTo>
                    <a:pt x="25226" y="12615"/>
                  </a:moveTo>
                  <a:cubicBezTo>
                    <a:pt x="25226" y="15959"/>
                    <a:pt x="23898" y="19168"/>
                    <a:pt x="21532" y="21533"/>
                  </a:cubicBezTo>
                  <a:cubicBezTo>
                    <a:pt x="19167" y="23899"/>
                    <a:pt x="15958" y="25227"/>
                    <a:pt x="12613" y="25227"/>
                  </a:cubicBezTo>
                  <a:cubicBezTo>
                    <a:pt x="9268" y="25227"/>
                    <a:pt x="6060" y="23899"/>
                    <a:pt x="3694" y="21533"/>
                  </a:cubicBezTo>
                  <a:cubicBezTo>
                    <a:pt x="1329" y="19168"/>
                    <a:pt x="0" y="15959"/>
                    <a:pt x="0" y="12615"/>
                  </a:cubicBezTo>
                  <a:cubicBezTo>
                    <a:pt x="0" y="9269"/>
                    <a:pt x="1329" y="6061"/>
                    <a:pt x="3694" y="3695"/>
                  </a:cubicBezTo>
                  <a:cubicBezTo>
                    <a:pt x="6060" y="1330"/>
                    <a:pt x="9268" y="1"/>
                    <a:pt x="12613" y="1"/>
                  </a:cubicBezTo>
                  <a:cubicBezTo>
                    <a:pt x="15958" y="1"/>
                    <a:pt x="19167" y="1330"/>
                    <a:pt x="21532" y="3695"/>
                  </a:cubicBezTo>
                  <a:cubicBezTo>
                    <a:pt x="23898" y="6061"/>
                    <a:pt x="25226" y="9269"/>
                    <a:pt x="25226" y="126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30"/>
            <p:cNvSpPr/>
            <p:nvPr/>
          </p:nvSpPr>
          <p:spPr>
            <a:xfrm>
              <a:off x="2683162" y="1685187"/>
              <a:ext cx="686440" cy="686440"/>
            </a:xfrm>
            <a:custGeom>
              <a:avLst/>
              <a:gdLst/>
              <a:ahLst/>
              <a:cxnLst/>
              <a:rect l="l" t="t" r="r" b="b"/>
              <a:pathLst>
                <a:path w="23812" h="23812" extrusionOk="0">
                  <a:moveTo>
                    <a:pt x="23812" y="11907"/>
                  </a:moveTo>
                  <a:cubicBezTo>
                    <a:pt x="23812" y="15064"/>
                    <a:pt x="22558" y="18092"/>
                    <a:pt x="20326" y="20326"/>
                  </a:cubicBezTo>
                  <a:cubicBezTo>
                    <a:pt x="18092" y="22558"/>
                    <a:pt x="15064" y="23812"/>
                    <a:pt x="11906" y="23812"/>
                  </a:cubicBezTo>
                  <a:cubicBezTo>
                    <a:pt x="8749" y="23812"/>
                    <a:pt x="5720" y="22558"/>
                    <a:pt x="3487" y="20326"/>
                  </a:cubicBezTo>
                  <a:cubicBezTo>
                    <a:pt x="1255" y="18092"/>
                    <a:pt x="1" y="15064"/>
                    <a:pt x="1" y="11907"/>
                  </a:cubicBezTo>
                  <a:cubicBezTo>
                    <a:pt x="1" y="8749"/>
                    <a:pt x="1255" y="5720"/>
                    <a:pt x="3487" y="3488"/>
                  </a:cubicBezTo>
                  <a:cubicBezTo>
                    <a:pt x="5720" y="1255"/>
                    <a:pt x="8749" y="1"/>
                    <a:pt x="11906" y="1"/>
                  </a:cubicBezTo>
                  <a:cubicBezTo>
                    <a:pt x="15064" y="1"/>
                    <a:pt x="18092" y="1255"/>
                    <a:pt x="20326" y="3488"/>
                  </a:cubicBezTo>
                  <a:cubicBezTo>
                    <a:pt x="22558" y="5720"/>
                    <a:pt x="23812" y="8749"/>
                    <a:pt x="23812" y="1190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30"/>
            <p:cNvSpPr/>
            <p:nvPr/>
          </p:nvSpPr>
          <p:spPr>
            <a:xfrm>
              <a:off x="3203289" y="1733792"/>
              <a:ext cx="55724" cy="62786"/>
            </a:xfrm>
            <a:custGeom>
              <a:avLst/>
              <a:gdLst/>
              <a:ahLst/>
              <a:cxnLst/>
              <a:rect l="l" t="t" r="r" b="b"/>
              <a:pathLst>
                <a:path w="1933" h="2178" extrusionOk="0">
                  <a:moveTo>
                    <a:pt x="1345" y="1"/>
                  </a:moveTo>
                  <a:cubicBezTo>
                    <a:pt x="1337" y="1"/>
                    <a:pt x="1328" y="5"/>
                    <a:pt x="1322" y="12"/>
                  </a:cubicBezTo>
                  <a:lnTo>
                    <a:pt x="10" y="1700"/>
                  </a:lnTo>
                  <a:cubicBezTo>
                    <a:pt x="0" y="1712"/>
                    <a:pt x="3" y="1731"/>
                    <a:pt x="15" y="1740"/>
                  </a:cubicBezTo>
                  <a:lnTo>
                    <a:pt x="570" y="2171"/>
                  </a:lnTo>
                  <a:cubicBezTo>
                    <a:pt x="575" y="2175"/>
                    <a:pt x="582" y="2178"/>
                    <a:pt x="588" y="2178"/>
                  </a:cubicBezTo>
                  <a:cubicBezTo>
                    <a:pt x="596" y="2178"/>
                    <a:pt x="605" y="2174"/>
                    <a:pt x="611" y="2167"/>
                  </a:cubicBezTo>
                  <a:lnTo>
                    <a:pt x="1923" y="479"/>
                  </a:lnTo>
                  <a:cubicBezTo>
                    <a:pt x="1933" y="467"/>
                    <a:pt x="1930" y="448"/>
                    <a:pt x="1918" y="438"/>
                  </a:cubicBezTo>
                  <a:lnTo>
                    <a:pt x="1363" y="8"/>
                  </a:lnTo>
                  <a:cubicBezTo>
                    <a:pt x="1358" y="3"/>
                    <a:pt x="1351" y="1"/>
                    <a:pt x="1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0"/>
            <p:cNvSpPr/>
            <p:nvPr/>
          </p:nvSpPr>
          <p:spPr>
            <a:xfrm>
              <a:off x="3056954" y="1665324"/>
              <a:ext cx="30269" cy="65525"/>
            </a:xfrm>
            <a:custGeom>
              <a:avLst/>
              <a:gdLst/>
              <a:ahLst/>
              <a:cxnLst/>
              <a:rect l="l" t="t" r="r" b="b"/>
              <a:pathLst>
                <a:path w="1050" h="2273" extrusionOk="0">
                  <a:moveTo>
                    <a:pt x="323" y="0"/>
                  </a:moveTo>
                  <a:cubicBezTo>
                    <a:pt x="310" y="0"/>
                    <a:pt x="298" y="11"/>
                    <a:pt x="295" y="25"/>
                  </a:cubicBezTo>
                  <a:lnTo>
                    <a:pt x="2" y="2142"/>
                  </a:lnTo>
                  <a:cubicBezTo>
                    <a:pt x="1" y="2159"/>
                    <a:pt x="12" y="2173"/>
                    <a:pt x="28" y="2176"/>
                  </a:cubicBezTo>
                  <a:lnTo>
                    <a:pt x="723" y="2272"/>
                  </a:lnTo>
                  <a:cubicBezTo>
                    <a:pt x="724" y="2272"/>
                    <a:pt x="725" y="2272"/>
                    <a:pt x="726" y="2272"/>
                  </a:cubicBezTo>
                  <a:cubicBezTo>
                    <a:pt x="740" y="2272"/>
                    <a:pt x="753" y="2262"/>
                    <a:pt x="756" y="2248"/>
                  </a:cubicBezTo>
                  <a:lnTo>
                    <a:pt x="1049" y="129"/>
                  </a:lnTo>
                  <a:cubicBezTo>
                    <a:pt x="1050" y="114"/>
                    <a:pt x="1039" y="99"/>
                    <a:pt x="1023" y="97"/>
                  </a:cubicBezTo>
                  <a:lnTo>
                    <a:pt x="328" y="1"/>
                  </a:lnTo>
                  <a:cubicBezTo>
                    <a:pt x="326" y="1"/>
                    <a:pt x="325" y="0"/>
                    <a:pt x="3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30"/>
            <p:cNvSpPr/>
            <p:nvPr/>
          </p:nvSpPr>
          <p:spPr>
            <a:xfrm>
              <a:off x="2878880" y="1686283"/>
              <a:ext cx="43847" cy="66390"/>
            </a:xfrm>
            <a:custGeom>
              <a:avLst/>
              <a:gdLst/>
              <a:ahLst/>
              <a:cxnLst/>
              <a:rect l="l" t="t" r="r" b="b"/>
              <a:pathLst>
                <a:path w="1521" h="2303" extrusionOk="0">
                  <a:moveTo>
                    <a:pt x="683" y="1"/>
                  </a:moveTo>
                  <a:cubicBezTo>
                    <a:pt x="679" y="1"/>
                    <a:pt x="675" y="1"/>
                    <a:pt x="672" y="3"/>
                  </a:cubicBezTo>
                  <a:lnTo>
                    <a:pt x="22" y="268"/>
                  </a:lnTo>
                  <a:cubicBezTo>
                    <a:pt x="7" y="273"/>
                    <a:pt x="1" y="291"/>
                    <a:pt x="6" y="305"/>
                  </a:cubicBezTo>
                  <a:lnTo>
                    <a:pt x="811" y="2285"/>
                  </a:lnTo>
                  <a:cubicBezTo>
                    <a:pt x="816" y="2296"/>
                    <a:pt x="827" y="2303"/>
                    <a:pt x="838" y="2303"/>
                  </a:cubicBezTo>
                  <a:cubicBezTo>
                    <a:pt x="842" y="2303"/>
                    <a:pt x="845" y="2302"/>
                    <a:pt x="848" y="2301"/>
                  </a:cubicBezTo>
                  <a:lnTo>
                    <a:pt x="1499" y="2036"/>
                  </a:lnTo>
                  <a:cubicBezTo>
                    <a:pt x="1514" y="2031"/>
                    <a:pt x="1521" y="2014"/>
                    <a:pt x="1515" y="1999"/>
                  </a:cubicBezTo>
                  <a:lnTo>
                    <a:pt x="709" y="19"/>
                  </a:lnTo>
                  <a:cubicBezTo>
                    <a:pt x="705" y="8"/>
                    <a:pt x="694" y="1"/>
                    <a:pt x="6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0"/>
            <p:cNvSpPr/>
            <p:nvPr/>
          </p:nvSpPr>
          <p:spPr>
            <a:xfrm>
              <a:off x="2731652" y="1795918"/>
              <a:ext cx="62988" cy="55522"/>
            </a:xfrm>
            <a:custGeom>
              <a:avLst/>
              <a:gdLst/>
              <a:ahLst/>
              <a:cxnLst/>
              <a:rect l="l" t="t" r="r" b="b"/>
              <a:pathLst>
                <a:path w="2185" h="1926" extrusionOk="0">
                  <a:moveTo>
                    <a:pt x="465" y="1"/>
                  </a:moveTo>
                  <a:cubicBezTo>
                    <a:pt x="457" y="1"/>
                    <a:pt x="448" y="5"/>
                    <a:pt x="442" y="12"/>
                  </a:cubicBezTo>
                  <a:lnTo>
                    <a:pt x="10" y="567"/>
                  </a:lnTo>
                  <a:cubicBezTo>
                    <a:pt x="1" y="579"/>
                    <a:pt x="4" y="596"/>
                    <a:pt x="16" y="607"/>
                  </a:cubicBezTo>
                  <a:lnTo>
                    <a:pt x="1704" y="1920"/>
                  </a:lnTo>
                  <a:cubicBezTo>
                    <a:pt x="1709" y="1923"/>
                    <a:pt x="1715" y="1925"/>
                    <a:pt x="1721" y="1925"/>
                  </a:cubicBezTo>
                  <a:cubicBezTo>
                    <a:pt x="1730" y="1925"/>
                    <a:pt x="1738" y="1921"/>
                    <a:pt x="1744" y="1914"/>
                  </a:cubicBezTo>
                  <a:lnTo>
                    <a:pt x="2175" y="1359"/>
                  </a:lnTo>
                  <a:cubicBezTo>
                    <a:pt x="2184" y="1347"/>
                    <a:pt x="2183" y="1330"/>
                    <a:pt x="2169" y="1319"/>
                  </a:cubicBezTo>
                  <a:lnTo>
                    <a:pt x="483" y="6"/>
                  </a:lnTo>
                  <a:cubicBezTo>
                    <a:pt x="477" y="2"/>
                    <a:pt x="471" y="1"/>
                    <a:pt x="4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0"/>
            <p:cNvSpPr/>
            <p:nvPr/>
          </p:nvSpPr>
          <p:spPr>
            <a:xfrm>
              <a:off x="2663241" y="1967622"/>
              <a:ext cx="65611" cy="30211"/>
            </a:xfrm>
            <a:custGeom>
              <a:avLst/>
              <a:gdLst/>
              <a:ahLst/>
              <a:cxnLst/>
              <a:rect l="l" t="t" r="r" b="b"/>
              <a:pathLst>
                <a:path w="2276" h="1048" extrusionOk="0">
                  <a:moveTo>
                    <a:pt x="128" y="1"/>
                  </a:moveTo>
                  <a:cubicBezTo>
                    <a:pt x="114" y="1"/>
                    <a:pt x="101" y="11"/>
                    <a:pt x="99" y="26"/>
                  </a:cubicBezTo>
                  <a:lnTo>
                    <a:pt x="3" y="722"/>
                  </a:lnTo>
                  <a:cubicBezTo>
                    <a:pt x="0" y="737"/>
                    <a:pt x="11" y="752"/>
                    <a:pt x="27" y="754"/>
                  </a:cubicBezTo>
                  <a:lnTo>
                    <a:pt x="2144" y="1047"/>
                  </a:lnTo>
                  <a:cubicBezTo>
                    <a:pt x="2145" y="1047"/>
                    <a:pt x="2146" y="1047"/>
                    <a:pt x="2147" y="1047"/>
                  </a:cubicBezTo>
                  <a:cubicBezTo>
                    <a:pt x="2162" y="1047"/>
                    <a:pt x="2176" y="1037"/>
                    <a:pt x="2177" y="1023"/>
                  </a:cubicBezTo>
                  <a:lnTo>
                    <a:pt x="2274" y="326"/>
                  </a:lnTo>
                  <a:cubicBezTo>
                    <a:pt x="2275" y="311"/>
                    <a:pt x="2265" y="297"/>
                    <a:pt x="2248" y="294"/>
                  </a:cubicBezTo>
                  <a:lnTo>
                    <a:pt x="131" y="1"/>
                  </a:lnTo>
                  <a:cubicBezTo>
                    <a:pt x="130" y="1"/>
                    <a:pt x="129" y="1"/>
                    <a:pt x="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0"/>
            <p:cNvSpPr/>
            <p:nvPr/>
          </p:nvSpPr>
          <p:spPr>
            <a:xfrm>
              <a:off x="2684142" y="2132205"/>
              <a:ext cx="66620" cy="43645"/>
            </a:xfrm>
            <a:custGeom>
              <a:avLst/>
              <a:gdLst/>
              <a:ahLst/>
              <a:cxnLst/>
              <a:rect l="l" t="t" r="r" b="b"/>
              <a:pathLst>
                <a:path w="2311" h="1514" extrusionOk="0">
                  <a:moveTo>
                    <a:pt x="2013" y="0"/>
                  </a:moveTo>
                  <a:cubicBezTo>
                    <a:pt x="2010" y="0"/>
                    <a:pt x="2006" y="1"/>
                    <a:pt x="2003" y="2"/>
                  </a:cubicBezTo>
                  <a:lnTo>
                    <a:pt x="22" y="808"/>
                  </a:lnTo>
                  <a:cubicBezTo>
                    <a:pt x="7" y="813"/>
                    <a:pt x="0" y="831"/>
                    <a:pt x="7" y="846"/>
                  </a:cubicBezTo>
                  <a:lnTo>
                    <a:pt x="272" y="1495"/>
                  </a:lnTo>
                  <a:cubicBezTo>
                    <a:pt x="276" y="1507"/>
                    <a:pt x="286" y="1514"/>
                    <a:pt x="297" y="1514"/>
                  </a:cubicBezTo>
                  <a:cubicBezTo>
                    <a:pt x="301" y="1514"/>
                    <a:pt x="305" y="1513"/>
                    <a:pt x="308" y="1512"/>
                  </a:cubicBezTo>
                  <a:lnTo>
                    <a:pt x="2289" y="707"/>
                  </a:lnTo>
                  <a:cubicBezTo>
                    <a:pt x="2304" y="700"/>
                    <a:pt x="2311" y="684"/>
                    <a:pt x="2305" y="669"/>
                  </a:cubicBezTo>
                  <a:lnTo>
                    <a:pt x="2041" y="18"/>
                  </a:lnTo>
                  <a:cubicBezTo>
                    <a:pt x="2035" y="7"/>
                    <a:pt x="2025" y="0"/>
                    <a:pt x="2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0"/>
            <p:cNvSpPr/>
            <p:nvPr/>
          </p:nvSpPr>
          <p:spPr>
            <a:xfrm>
              <a:off x="2793777" y="2260290"/>
              <a:ext cx="55752" cy="62757"/>
            </a:xfrm>
            <a:custGeom>
              <a:avLst/>
              <a:gdLst/>
              <a:ahLst/>
              <a:cxnLst/>
              <a:rect l="l" t="t" r="r" b="b"/>
              <a:pathLst>
                <a:path w="1934" h="2177" extrusionOk="0">
                  <a:moveTo>
                    <a:pt x="1345" y="1"/>
                  </a:moveTo>
                  <a:cubicBezTo>
                    <a:pt x="1337" y="1"/>
                    <a:pt x="1328" y="4"/>
                    <a:pt x="1323" y="12"/>
                  </a:cubicBezTo>
                  <a:lnTo>
                    <a:pt x="10" y="1699"/>
                  </a:lnTo>
                  <a:cubicBezTo>
                    <a:pt x="1" y="1712"/>
                    <a:pt x="4" y="1730"/>
                    <a:pt x="16" y="1739"/>
                  </a:cubicBezTo>
                  <a:lnTo>
                    <a:pt x="569" y="2171"/>
                  </a:lnTo>
                  <a:cubicBezTo>
                    <a:pt x="575" y="2175"/>
                    <a:pt x="581" y="2177"/>
                    <a:pt x="587" y="2177"/>
                  </a:cubicBezTo>
                  <a:cubicBezTo>
                    <a:pt x="596" y="2177"/>
                    <a:pt x="604" y="2173"/>
                    <a:pt x="610" y="2166"/>
                  </a:cubicBezTo>
                  <a:lnTo>
                    <a:pt x="1922" y="478"/>
                  </a:lnTo>
                  <a:cubicBezTo>
                    <a:pt x="1933" y="466"/>
                    <a:pt x="1930" y="448"/>
                    <a:pt x="1918" y="437"/>
                  </a:cubicBezTo>
                  <a:lnTo>
                    <a:pt x="1363" y="7"/>
                  </a:lnTo>
                  <a:cubicBezTo>
                    <a:pt x="1358" y="3"/>
                    <a:pt x="1352" y="1"/>
                    <a:pt x="1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0"/>
            <p:cNvSpPr/>
            <p:nvPr/>
          </p:nvSpPr>
          <p:spPr>
            <a:xfrm>
              <a:off x="2965567" y="2326020"/>
              <a:ext cx="30269" cy="65496"/>
            </a:xfrm>
            <a:custGeom>
              <a:avLst/>
              <a:gdLst/>
              <a:ahLst/>
              <a:cxnLst/>
              <a:rect l="l" t="t" r="r" b="b"/>
              <a:pathLst>
                <a:path w="1050" h="2272" extrusionOk="0">
                  <a:moveTo>
                    <a:pt x="325" y="0"/>
                  </a:moveTo>
                  <a:cubicBezTo>
                    <a:pt x="311" y="0"/>
                    <a:pt x="297" y="11"/>
                    <a:pt x="295" y="26"/>
                  </a:cubicBezTo>
                  <a:lnTo>
                    <a:pt x="2" y="2143"/>
                  </a:lnTo>
                  <a:cubicBezTo>
                    <a:pt x="1" y="2159"/>
                    <a:pt x="11" y="2173"/>
                    <a:pt x="26" y="2176"/>
                  </a:cubicBezTo>
                  <a:lnTo>
                    <a:pt x="723" y="2272"/>
                  </a:lnTo>
                  <a:cubicBezTo>
                    <a:pt x="724" y="2272"/>
                    <a:pt x="726" y="2272"/>
                    <a:pt x="727" y="2272"/>
                  </a:cubicBezTo>
                  <a:cubicBezTo>
                    <a:pt x="741" y="2272"/>
                    <a:pt x="753" y="2262"/>
                    <a:pt x="755" y="2247"/>
                  </a:cubicBezTo>
                  <a:lnTo>
                    <a:pt x="1048" y="130"/>
                  </a:lnTo>
                  <a:cubicBezTo>
                    <a:pt x="1050" y="114"/>
                    <a:pt x="1039" y="99"/>
                    <a:pt x="1023" y="98"/>
                  </a:cubicBezTo>
                  <a:lnTo>
                    <a:pt x="327" y="0"/>
                  </a:lnTo>
                  <a:cubicBezTo>
                    <a:pt x="326" y="0"/>
                    <a:pt x="326" y="0"/>
                    <a:pt x="3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0"/>
            <p:cNvSpPr/>
            <p:nvPr/>
          </p:nvSpPr>
          <p:spPr>
            <a:xfrm>
              <a:off x="3130064" y="2304168"/>
              <a:ext cx="43847" cy="66419"/>
            </a:xfrm>
            <a:custGeom>
              <a:avLst/>
              <a:gdLst/>
              <a:ahLst/>
              <a:cxnLst/>
              <a:rect l="l" t="t" r="r" b="b"/>
              <a:pathLst>
                <a:path w="1521" h="2304" extrusionOk="0">
                  <a:moveTo>
                    <a:pt x="683" y="0"/>
                  </a:moveTo>
                  <a:cubicBezTo>
                    <a:pt x="680" y="0"/>
                    <a:pt x="676" y="1"/>
                    <a:pt x="673" y="2"/>
                  </a:cubicBezTo>
                  <a:lnTo>
                    <a:pt x="22" y="267"/>
                  </a:lnTo>
                  <a:cubicBezTo>
                    <a:pt x="7" y="274"/>
                    <a:pt x="1" y="290"/>
                    <a:pt x="6" y="305"/>
                  </a:cubicBezTo>
                  <a:lnTo>
                    <a:pt x="812" y="2286"/>
                  </a:lnTo>
                  <a:cubicBezTo>
                    <a:pt x="816" y="2297"/>
                    <a:pt x="826" y="2303"/>
                    <a:pt x="837" y="2303"/>
                  </a:cubicBezTo>
                  <a:cubicBezTo>
                    <a:pt x="841" y="2303"/>
                    <a:pt x="845" y="2302"/>
                    <a:pt x="849" y="2300"/>
                  </a:cubicBezTo>
                  <a:lnTo>
                    <a:pt x="1499" y="2037"/>
                  </a:lnTo>
                  <a:cubicBezTo>
                    <a:pt x="1514" y="2030"/>
                    <a:pt x="1521" y="2014"/>
                    <a:pt x="1516" y="1999"/>
                  </a:cubicBezTo>
                  <a:lnTo>
                    <a:pt x="711" y="19"/>
                  </a:lnTo>
                  <a:cubicBezTo>
                    <a:pt x="706" y="7"/>
                    <a:pt x="695" y="0"/>
                    <a:pt x="6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0"/>
            <p:cNvSpPr/>
            <p:nvPr/>
          </p:nvSpPr>
          <p:spPr>
            <a:xfrm>
              <a:off x="3258179" y="2205429"/>
              <a:ext cx="62959" cy="55493"/>
            </a:xfrm>
            <a:custGeom>
              <a:avLst/>
              <a:gdLst/>
              <a:ahLst/>
              <a:cxnLst/>
              <a:rect l="l" t="t" r="r" b="b"/>
              <a:pathLst>
                <a:path w="2184" h="1925" extrusionOk="0">
                  <a:moveTo>
                    <a:pt x="463" y="0"/>
                  </a:moveTo>
                  <a:cubicBezTo>
                    <a:pt x="454" y="0"/>
                    <a:pt x="446" y="4"/>
                    <a:pt x="440" y="11"/>
                  </a:cubicBezTo>
                  <a:lnTo>
                    <a:pt x="10" y="566"/>
                  </a:lnTo>
                  <a:cubicBezTo>
                    <a:pt x="0" y="578"/>
                    <a:pt x="2" y="597"/>
                    <a:pt x="15" y="607"/>
                  </a:cubicBezTo>
                  <a:lnTo>
                    <a:pt x="1702" y="1919"/>
                  </a:lnTo>
                  <a:cubicBezTo>
                    <a:pt x="1707" y="1923"/>
                    <a:pt x="1713" y="1925"/>
                    <a:pt x="1719" y="1925"/>
                  </a:cubicBezTo>
                  <a:cubicBezTo>
                    <a:pt x="1728" y="1925"/>
                    <a:pt x="1736" y="1921"/>
                    <a:pt x="1742" y="1914"/>
                  </a:cubicBezTo>
                  <a:lnTo>
                    <a:pt x="2174" y="1360"/>
                  </a:lnTo>
                  <a:cubicBezTo>
                    <a:pt x="2184" y="1347"/>
                    <a:pt x="2181" y="1329"/>
                    <a:pt x="2169" y="1320"/>
                  </a:cubicBezTo>
                  <a:lnTo>
                    <a:pt x="481" y="7"/>
                  </a:lnTo>
                  <a:cubicBezTo>
                    <a:pt x="476" y="3"/>
                    <a:pt x="469" y="0"/>
                    <a:pt x="4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0"/>
            <p:cNvSpPr/>
            <p:nvPr/>
          </p:nvSpPr>
          <p:spPr>
            <a:xfrm>
              <a:off x="3323966" y="2059037"/>
              <a:ext cx="65611" cy="30182"/>
            </a:xfrm>
            <a:custGeom>
              <a:avLst/>
              <a:gdLst/>
              <a:ahLst/>
              <a:cxnLst/>
              <a:rect l="l" t="t" r="r" b="b"/>
              <a:pathLst>
                <a:path w="2276" h="1047" extrusionOk="0">
                  <a:moveTo>
                    <a:pt x="128" y="0"/>
                  </a:moveTo>
                  <a:cubicBezTo>
                    <a:pt x="113" y="0"/>
                    <a:pt x="100" y="11"/>
                    <a:pt x="99" y="26"/>
                  </a:cubicBezTo>
                  <a:lnTo>
                    <a:pt x="1" y="721"/>
                  </a:lnTo>
                  <a:cubicBezTo>
                    <a:pt x="0" y="737"/>
                    <a:pt x="11" y="751"/>
                    <a:pt x="27" y="754"/>
                  </a:cubicBezTo>
                  <a:lnTo>
                    <a:pt x="2144" y="1047"/>
                  </a:lnTo>
                  <a:cubicBezTo>
                    <a:pt x="2146" y="1047"/>
                    <a:pt x="2147" y="1047"/>
                    <a:pt x="2148" y="1047"/>
                  </a:cubicBezTo>
                  <a:cubicBezTo>
                    <a:pt x="2162" y="1047"/>
                    <a:pt x="2174" y="1036"/>
                    <a:pt x="2177" y="1022"/>
                  </a:cubicBezTo>
                  <a:lnTo>
                    <a:pt x="2273" y="327"/>
                  </a:lnTo>
                  <a:cubicBezTo>
                    <a:pt x="2275" y="311"/>
                    <a:pt x="2264" y="296"/>
                    <a:pt x="2248" y="293"/>
                  </a:cubicBezTo>
                  <a:lnTo>
                    <a:pt x="131" y="0"/>
                  </a:lnTo>
                  <a:cubicBezTo>
                    <a:pt x="130" y="0"/>
                    <a:pt x="129" y="0"/>
                    <a:pt x="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30"/>
            <p:cNvSpPr/>
            <p:nvPr/>
          </p:nvSpPr>
          <p:spPr>
            <a:xfrm>
              <a:off x="3302027" y="1881020"/>
              <a:ext cx="66649" cy="43645"/>
            </a:xfrm>
            <a:custGeom>
              <a:avLst/>
              <a:gdLst/>
              <a:ahLst/>
              <a:cxnLst/>
              <a:rect l="l" t="t" r="r" b="b"/>
              <a:pathLst>
                <a:path w="2312" h="1514" extrusionOk="0">
                  <a:moveTo>
                    <a:pt x="2013" y="0"/>
                  </a:moveTo>
                  <a:cubicBezTo>
                    <a:pt x="2010" y="0"/>
                    <a:pt x="2006" y="1"/>
                    <a:pt x="2003" y="2"/>
                  </a:cubicBezTo>
                  <a:lnTo>
                    <a:pt x="23" y="807"/>
                  </a:lnTo>
                  <a:cubicBezTo>
                    <a:pt x="8" y="813"/>
                    <a:pt x="1" y="830"/>
                    <a:pt x="6" y="844"/>
                  </a:cubicBezTo>
                  <a:lnTo>
                    <a:pt x="271" y="1495"/>
                  </a:lnTo>
                  <a:cubicBezTo>
                    <a:pt x="275" y="1507"/>
                    <a:pt x="286" y="1513"/>
                    <a:pt x="298" y="1513"/>
                  </a:cubicBezTo>
                  <a:cubicBezTo>
                    <a:pt x="302" y="1513"/>
                    <a:pt x="305" y="1513"/>
                    <a:pt x="309" y="1511"/>
                  </a:cubicBezTo>
                  <a:lnTo>
                    <a:pt x="2288" y="707"/>
                  </a:lnTo>
                  <a:cubicBezTo>
                    <a:pt x="2303" y="700"/>
                    <a:pt x="2311" y="684"/>
                    <a:pt x="2304" y="669"/>
                  </a:cubicBezTo>
                  <a:lnTo>
                    <a:pt x="2040" y="18"/>
                  </a:lnTo>
                  <a:cubicBezTo>
                    <a:pt x="2036" y="7"/>
                    <a:pt x="2024" y="0"/>
                    <a:pt x="2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0"/>
            <p:cNvSpPr/>
            <p:nvPr/>
          </p:nvSpPr>
          <p:spPr>
            <a:xfrm>
              <a:off x="3043001" y="1985178"/>
              <a:ext cx="264896" cy="59500"/>
            </a:xfrm>
            <a:custGeom>
              <a:avLst/>
              <a:gdLst/>
              <a:ahLst/>
              <a:cxnLst/>
              <a:rect l="l" t="t" r="r" b="b"/>
              <a:pathLst>
                <a:path w="9189" h="2064" extrusionOk="0">
                  <a:moveTo>
                    <a:pt x="9065" y="0"/>
                  </a:moveTo>
                  <a:cubicBezTo>
                    <a:pt x="8339" y="0"/>
                    <a:pt x="4513" y="35"/>
                    <a:pt x="0" y="729"/>
                  </a:cubicBezTo>
                  <a:lnTo>
                    <a:pt x="205" y="2064"/>
                  </a:lnTo>
                  <a:cubicBezTo>
                    <a:pt x="5224" y="1293"/>
                    <a:pt x="9188" y="1"/>
                    <a:pt x="9188" y="1"/>
                  </a:cubicBezTo>
                  <a:cubicBezTo>
                    <a:pt x="9188" y="1"/>
                    <a:pt x="9146" y="0"/>
                    <a:pt x="9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30"/>
            <p:cNvSpPr/>
            <p:nvPr/>
          </p:nvSpPr>
          <p:spPr>
            <a:xfrm>
              <a:off x="2917222" y="2039261"/>
              <a:ext cx="119605" cy="252241"/>
            </a:xfrm>
            <a:custGeom>
              <a:avLst/>
              <a:gdLst/>
              <a:ahLst/>
              <a:cxnLst/>
              <a:rect l="l" t="t" r="r" b="b"/>
              <a:pathLst>
                <a:path w="4149" h="8750" extrusionOk="0">
                  <a:moveTo>
                    <a:pt x="2899" y="0"/>
                  </a:moveTo>
                  <a:cubicBezTo>
                    <a:pt x="954" y="4688"/>
                    <a:pt x="1" y="8750"/>
                    <a:pt x="1" y="8750"/>
                  </a:cubicBezTo>
                  <a:cubicBezTo>
                    <a:pt x="1" y="8750"/>
                    <a:pt x="2201" y="5207"/>
                    <a:pt x="4148" y="517"/>
                  </a:cubicBezTo>
                  <a:lnTo>
                    <a:pt x="28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30"/>
            <p:cNvSpPr/>
            <p:nvPr/>
          </p:nvSpPr>
          <p:spPr>
            <a:xfrm>
              <a:off x="2978915" y="1980941"/>
              <a:ext cx="94958" cy="94958"/>
            </a:xfrm>
            <a:custGeom>
              <a:avLst/>
              <a:gdLst/>
              <a:ahLst/>
              <a:cxnLst/>
              <a:rect l="l" t="t" r="r" b="b"/>
              <a:pathLst>
                <a:path w="3294" h="3294" extrusionOk="0">
                  <a:moveTo>
                    <a:pt x="1647" y="1"/>
                  </a:moveTo>
                  <a:cubicBezTo>
                    <a:pt x="738" y="1"/>
                    <a:pt x="1" y="738"/>
                    <a:pt x="1" y="1648"/>
                  </a:cubicBezTo>
                  <a:cubicBezTo>
                    <a:pt x="1" y="2557"/>
                    <a:pt x="738" y="3294"/>
                    <a:pt x="1647" y="3294"/>
                  </a:cubicBezTo>
                  <a:cubicBezTo>
                    <a:pt x="2557" y="3294"/>
                    <a:pt x="3294" y="2557"/>
                    <a:pt x="3294" y="1648"/>
                  </a:cubicBezTo>
                  <a:cubicBezTo>
                    <a:pt x="3294" y="738"/>
                    <a:pt x="2557" y="1"/>
                    <a:pt x="16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Garapen prozesua</a:t>
            </a:r>
            <a:endParaRPr dirty="0"/>
          </a:p>
        </p:txBody>
      </p:sp>
      <p:grpSp>
        <p:nvGrpSpPr>
          <p:cNvPr id="330" name="Google Shape;330;p33"/>
          <p:cNvGrpSpPr/>
          <p:nvPr/>
        </p:nvGrpSpPr>
        <p:grpSpPr>
          <a:xfrm flipH="1">
            <a:off x="50050" y="4128575"/>
            <a:ext cx="1551350" cy="1342825"/>
            <a:chOff x="305350" y="253700"/>
            <a:chExt cx="1551350" cy="1342825"/>
          </a:xfrm>
        </p:grpSpPr>
        <p:sp>
          <p:nvSpPr>
            <p:cNvPr id="331" name="Google Shape;331;p33"/>
            <p:cNvSpPr/>
            <p:nvPr/>
          </p:nvSpPr>
          <p:spPr>
            <a:xfrm>
              <a:off x="305350" y="743175"/>
              <a:ext cx="721625" cy="853350"/>
            </a:xfrm>
            <a:custGeom>
              <a:avLst/>
              <a:gdLst/>
              <a:ahLst/>
              <a:cxnLst/>
              <a:rect l="l" t="t" r="r" b="b"/>
              <a:pathLst>
                <a:path w="28865" h="34134" extrusionOk="0">
                  <a:moveTo>
                    <a:pt x="22788" y="30913"/>
                  </a:moveTo>
                  <a:lnTo>
                    <a:pt x="24099" y="30157"/>
                  </a:lnTo>
                  <a:lnTo>
                    <a:pt x="24028" y="30034"/>
                  </a:lnTo>
                  <a:cubicBezTo>
                    <a:pt x="28463" y="26270"/>
                    <a:pt x="28864" y="18121"/>
                    <a:pt x="24708" y="10924"/>
                  </a:cubicBezTo>
                  <a:cubicBezTo>
                    <a:pt x="20554" y="3727"/>
                    <a:pt x="13296" y="1"/>
                    <a:pt x="7820" y="1960"/>
                  </a:cubicBezTo>
                  <a:lnTo>
                    <a:pt x="7753" y="1845"/>
                  </a:lnTo>
                  <a:lnTo>
                    <a:pt x="6698" y="2456"/>
                  </a:lnTo>
                  <a:cubicBezTo>
                    <a:pt x="6611" y="2501"/>
                    <a:pt x="6523" y="2545"/>
                    <a:pt x="6437" y="2593"/>
                  </a:cubicBezTo>
                  <a:cubicBezTo>
                    <a:pt x="862" y="5814"/>
                    <a:pt x="0" y="14763"/>
                    <a:pt x="4516" y="22584"/>
                  </a:cubicBezTo>
                  <a:cubicBezTo>
                    <a:pt x="9031" y="30403"/>
                    <a:pt x="17212" y="34133"/>
                    <a:pt x="22788" y="3091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3"/>
            <p:cNvSpPr/>
            <p:nvPr/>
          </p:nvSpPr>
          <p:spPr>
            <a:xfrm>
              <a:off x="346775" y="703625"/>
              <a:ext cx="730600" cy="868975"/>
            </a:xfrm>
            <a:custGeom>
              <a:avLst/>
              <a:gdLst/>
              <a:ahLst/>
              <a:cxnLst/>
              <a:rect l="l" t="t" r="r" b="b"/>
              <a:pathLst>
                <a:path w="29224" h="34759" extrusionOk="0">
                  <a:moveTo>
                    <a:pt x="4515" y="23208"/>
                  </a:moveTo>
                  <a:cubicBezTo>
                    <a:pt x="0" y="15388"/>
                    <a:pt x="860" y="6438"/>
                    <a:pt x="6437" y="3219"/>
                  </a:cubicBezTo>
                  <a:cubicBezTo>
                    <a:pt x="12013" y="0"/>
                    <a:pt x="20193" y="3730"/>
                    <a:pt x="24708" y="11550"/>
                  </a:cubicBezTo>
                  <a:cubicBezTo>
                    <a:pt x="29223" y="19371"/>
                    <a:pt x="28363" y="28320"/>
                    <a:pt x="22787" y="31539"/>
                  </a:cubicBezTo>
                  <a:cubicBezTo>
                    <a:pt x="17212" y="34758"/>
                    <a:pt x="9030" y="31029"/>
                    <a:pt x="4515" y="232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3"/>
            <p:cNvSpPr/>
            <p:nvPr/>
          </p:nvSpPr>
          <p:spPr>
            <a:xfrm>
              <a:off x="580850" y="1000550"/>
              <a:ext cx="250425" cy="275000"/>
            </a:xfrm>
            <a:custGeom>
              <a:avLst/>
              <a:gdLst/>
              <a:ahLst/>
              <a:cxnLst/>
              <a:rect l="l" t="t" r="r" b="b"/>
              <a:pathLst>
                <a:path w="10017" h="11000" extrusionOk="0">
                  <a:moveTo>
                    <a:pt x="3911" y="1"/>
                  </a:moveTo>
                  <a:cubicBezTo>
                    <a:pt x="3345" y="1"/>
                    <a:pt x="2801" y="134"/>
                    <a:pt x="2313" y="416"/>
                  </a:cubicBezTo>
                  <a:cubicBezTo>
                    <a:pt x="310" y="1573"/>
                    <a:pt x="1" y="4787"/>
                    <a:pt x="1623" y="7594"/>
                  </a:cubicBezTo>
                  <a:cubicBezTo>
                    <a:pt x="2402" y="8943"/>
                    <a:pt x="3530" y="10015"/>
                    <a:pt x="4761" y="10576"/>
                  </a:cubicBezTo>
                  <a:cubicBezTo>
                    <a:pt x="5379" y="10858"/>
                    <a:pt x="5998" y="10999"/>
                    <a:pt x="6583" y="10999"/>
                  </a:cubicBezTo>
                  <a:cubicBezTo>
                    <a:pt x="7161" y="10999"/>
                    <a:pt x="7706" y="10862"/>
                    <a:pt x="8183" y="10586"/>
                  </a:cubicBezTo>
                  <a:cubicBezTo>
                    <a:pt x="9146" y="10031"/>
                    <a:pt x="9758" y="8963"/>
                    <a:pt x="9887" y="7617"/>
                  </a:cubicBezTo>
                  <a:cubicBezTo>
                    <a:pt x="10017" y="6271"/>
                    <a:pt x="9652" y="4757"/>
                    <a:pt x="8873" y="3408"/>
                  </a:cubicBezTo>
                  <a:cubicBezTo>
                    <a:pt x="7648" y="1284"/>
                    <a:pt x="5669" y="1"/>
                    <a:pt x="39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3"/>
            <p:cNvSpPr/>
            <p:nvPr/>
          </p:nvSpPr>
          <p:spPr>
            <a:xfrm>
              <a:off x="648250" y="1062175"/>
              <a:ext cx="127675" cy="151850"/>
            </a:xfrm>
            <a:custGeom>
              <a:avLst/>
              <a:gdLst/>
              <a:ahLst/>
              <a:cxnLst/>
              <a:rect l="l" t="t" r="r" b="b"/>
              <a:pathLst>
                <a:path w="5107" h="6074" extrusionOk="0">
                  <a:moveTo>
                    <a:pt x="789" y="4055"/>
                  </a:moveTo>
                  <a:cubicBezTo>
                    <a:pt x="0" y="2689"/>
                    <a:pt x="150" y="1125"/>
                    <a:pt x="1125" y="564"/>
                  </a:cubicBezTo>
                  <a:cubicBezTo>
                    <a:pt x="2098" y="1"/>
                    <a:pt x="3528" y="653"/>
                    <a:pt x="4317" y="2019"/>
                  </a:cubicBezTo>
                  <a:cubicBezTo>
                    <a:pt x="5107" y="3386"/>
                    <a:pt x="4955" y="4949"/>
                    <a:pt x="3982" y="5511"/>
                  </a:cubicBezTo>
                  <a:cubicBezTo>
                    <a:pt x="3007" y="6074"/>
                    <a:pt x="1577" y="5422"/>
                    <a:pt x="789" y="40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3"/>
            <p:cNvSpPr/>
            <p:nvPr/>
          </p:nvSpPr>
          <p:spPr>
            <a:xfrm>
              <a:off x="676350" y="672825"/>
              <a:ext cx="770175" cy="527125"/>
            </a:xfrm>
            <a:custGeom>
              <a:avLst/>
              <a:gdLst/>
              <a:ahLst/>
              <a:cxnLst/>
              <a:rect l="l" t="t" r="r" b="b"/>
              <a:pathLst>
                <a:path w="30807" h="21085" extrusionOk="0">
                  <a:moveTo>
                    <a:pt x="1" y="16138"/>
                  </a:moveTo>
                  <a:lnTo>
                    <a:pt x="27951" y="1"/>
                  </a:lnTo>
                  <a:lnTo>
                    <a:pt x="30806" y="4950"/>
                  </a:lnTo>
                  <a:lnTo>
                    <a:pt x="2858" y="21085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3"/>
            <p:cNvSpPr/>
            <p:nvPr/>
          </p:nvSpPr>
          <p:spPr>
            <a:xfrm>
              <a:off x="1058775" y="326700"/>
              <a:ext cx="712450" cy="834800"/>
            </a:xfrm>
            <a:custGeom>
              <a:avLst/>
              <a:gdLst/>
              <a:ahLst/>
              <a:cxnLst/>
              <a:rect l="l" t="t" r="r" b="b"/>
              <a:pathLst>
                <a:path w="28498" h="33392" extrusionOk="0">
                  <a:moveTo>
                    <a:pt x="22787" y="30173"/>
                  </a:moveTo>
                  <a:lnTo>
                    <a:pt x="25480" y="28619"/>
                  </a:lnTo>
                  <a:lnTo>
                    <a:pt x="25184" y="28106"/>
                  </a:lnTo>
                  <a:cubicBezTo>
                    <a:pt x="28497" y="23988"/>
                    <a:pt x="28469" y="16696"/>
                    <a:pt x="24709" y="10184"/>
                  </a:cubicBezTo>
                  <a:cubicBezTo>
                    <a:pt x="20949" y="3672"/>
                    <a:pt x="14649" y="1"/>
                    <a:pt x="9427" y="812"/>
                  </a:cubicBezTo>
                  <a:lnTo>
                    <a:pt x="9130" y="299"/>
                  </a:lnTo>
                  <a:lnTo>
                    <a:pt x="6437" y="1853"/>
                  </a:lnTo>
                  <a:cubicBezTo>
                    <a:pt x="861" y="5072"/>
                    <a:pt x="1" y="14021"/>
                    <a:pt x="4516" y="21842"/>
                  </a:cubicBezTo>
                  <a:cubicBezTo>
                    <a:pt x="9031" y="29663"/>
                    <a:pt x="17212" y="33392"/>
                    <a:pt x="22787" y="3017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3"/>
            <p:cNvSpPr/>
            <p:nvPr/>
          </p:nvSpPr>
          <p:spPr>
            <a:xfrm>
              <a:off x="1126075" y="253700"/>
              <a:ext cx="730625" cy="868950"/>
            </a:xfrm>
            <a:custGeom>
              <a:avLst/>
              <a:gdLst/>
              <a:ahLst/>
              <a:cxnLst/>
              <a:rect l="l" t="t" r="r" b="b"/>
              <a:pathLst>
                <a:path w="29225" h="34758" extrusionOk="0">
                  <a:moveTo>
                    <a:pt x="4516" y="23208"/>
                  </a:moveTo>
                  <a:cubicBezTo>
                    <a:pt x="1" y="15387"/>
                    <a:pt x="861" y="6438"/>
                    <a:pt x="6438" y="3219"/>
                  </a:cubicBezTo>
                  <a:cubicBezTo>
                    <a:pt x="12014" y="0"/>
                    <a:pt x="20194" y="3729"/>
                    <a:pt x="24709" y="11550"/>
                  </a:cubicBezTo>
                  <a:cubicBezTo>
                    <a:pt x="29224" y="19369"/>
                    <a:pt x="28364" y="28320"/>
                    <a:pt x="22788" y="31539"/>
                  </a:cubicBezTo>
                  <a:cubicBezTo>
                    <a:pt x="17212" y="34758"/>
                    <a:pt x="9031" y="31028"/>
                    <a:pt x="4516" y="232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3"/>
            <p:cNvSpPr/>
            <p:nvPr/>
          </p:nvSpPr>
          <p:spPr>
            <a:xfrm>
              <a:off x="1206025" y="360425"/>
              <a:ext cx="574075" cy="672650"/>
            </a:xfrm>
            <a:custGeom>
              <a:avLst/>
              <a:gdLst/>
              <a:ahLst/>
              <a:cxnLst/>
              <a:rect l="l" t="t" r="r" b="b"/>
              <a:pathLst>
                <a:path w="22963" h="26906" extrusionOk="0">
                  <a:moveTo>
                    <a:pt x="18361" y="24312"/>
                  </a:moveTo>
                  <a:lnTo>
                    <a:pt x="20531" y="23058"/>
                  </a:lnTo>
                  <a:lnTo>
                    <a:pt x="20292" y="22645"/>
                  </a:lnTo>
                  <a:cubicBezTo>
                    <a:pt x="22962" y="19328"/>
                    <a:pt x="22938" y="13453"/>
                    <a:pt x="19910" y="8206"/>
                  </a:cubicBezTo>
                  <a:cubicBezTo>
                    <a:pt x="16880" y="2959"/>
                    <a:pt x="11803" y="0"/>
                    <a:pt x="7595" y="654"/>
                  </a:cubicBezTo>
                  <a:lnTo>
                    <a:pt x="7356" y="241"/>
                  </a:lnTo>
                  <a:lnTo>
                    <a:pt x="5187" y="1493"/>
                  </a:lnTo>
                  <a:cubicBezTo>
                    <a:pt x="694" y="4088"/>
                    <a:pt x="0" y="11298"/>
                    <a:pt x="3639" y="17599"/>
                  </a:cubicBezTo>
                  <a:cubicBezTo>
                    <a:pt x="7277" y="23900"/>
                    <a:pt x="13869" y="26905"/>
                    <a:pt x="18361" y="2431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3"/>
            <p:cNvSpPr/>
            <p:nvPr/>
          </p:nvSpPr>
          <p:spPr>
            <a:xfrm>
              <a:off x="1260275" y="301600"/>
              <a:ext cx="588675" cy="700175"/>
            </a:xfrm>
            <a:custGeom>
              <a:avLst/>
              <a:gdLst/>
              <a:ahLst/>
              <a:cxnLst/>
              <a:rect l="l" t="t" r="r" b="b"/>
              <a:pathLst>
                <a:path w="23547" h="28007" extrusionOk="0">
                  <a:moveTo>
                    <a:pt x="3638" y="18699"/>
                  </a:moveTo>
                  <a:cubicBezTo>
                    <a:pt x="0" y="12398"/>
                    <a:pt x="693" y="5188"/>
                    <a:pt x="5186" y="2594"/>
                  </a:cubicBezTo>
                  <a:cubicBezTo>
                    <a:pt x="9679" y="0"/>
                    <a:pt x="16270" y="3004"/>
                    <a:pt x="19908" y="9306"/>
                  </a:cubicBezTo>
                  <a:cubicBezTo>
                    <a:pt x="23547" y="15607"/>
                    <a:pt x="22853" y="22818"/>
                    <a:pt x="18361" y="25411"/>
                  </a:cubicBezTo>
                  <a:cubicBezTo>
                    <a:pt x="13867" y="28007"/>
                    <a:pt x="7277" y="25001"/>
                    <a:pt x="3638" y="1869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3"/>
            <p:cNvSpPr/>
            <p:nvPr/>
          </p:nvSpPr>
          <p:spPr>
            <a:xfrm>
              <a:off x="1473500" y="589800"/>
              <a:ext cx="124325" cy="147775"/>
            </a:xfrm>
            <a:custGeom>
              <a:avLst/>
              <a:gdLst/>
              <a:ahLst/>
              <a:cxnLst/>
              <a:rect l="l" t="t" r="r" b="b"/>
              <a:pathLst>
                <a:path w="4973" h="5911" extrusionOk="0">
                  <a:moveTo>
                    <a:pt x="3982" y="5347"/>
                  </a:moveTo>
                  <a:lnTo>
                    <a:pt x="4672" y="4949"/>
                  </a:lnTo>
                  <a:lnTo>
                    <a:pt x="4559" y="4752"/>
                  </a:lnTo>
                  <a:cubicBezTo>
                    <a:pt x="4972" y="4011"/>
                    <a:pt x="4909" y="2878"/>
                    <a:pt x="4319" y="1856"/>
                  </a:cubicBezTo>
                  <a:cubicBezTo>
                    <a:pt x="3727" y="832"/>
                    <a:pt x="2778" y="210"/>
                    <a:pt x="1930" y="197"/>
                  </a:cubicBezTo>
                  <a:lnTo>
                    <a:pt x="1815" y="0"/>
                  </a:lnTo>
                  <a:lnTo>
                    <a:pt x="1125" y="400"/>
                  </a:lnTo>
                  <a:cubicBezTo>
                    <a:pt x="150" y="962"/>
                    <a:pt x="1" y="2525"/>
                    <a:pt x="789" y="3892"/>
                  </a:cubicBezTo>
                  <a:cubicBezTo>
                    <a:pt x="1579" y="5258"/>
                    <a:pt x="3008" y="5910"/>
                    <a:pt x="3982" y="53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3"/>
            <p:cNvSpPr/>
            <p:nvPr/>
          </p:nvSpPr>
          <p:spPr>
            <a:xfrm>
              <a:off x="1490750" y="575750"/>
              <a:ext cx="127700" cy="151875"/>
            </a:xfrm>
            <a:custGeom>
              <a:avLst/>
              <a:gdLst/>
              <a:ahLst/>
              <a:cxnLst/>
              <a:rect l="l" t="t" r="r" b="b"/>
              <a:pathLst>
                <a:path w="5108" h="6075" extrusionOk="0">
                  <a:moveTo>
                    <a:pt x="790" y="4055"/>
                  </a:moveTo>
                  <a:cubicBezTo>
                    <a:pt x="1" y="2689"/>
                    <a:pt x="152" y="1125"/>
                    <a:pt x="1125" y="562"/>
                  </a:cubicBezTo>
                  <a:cubicBezTo>
                    <a:pt x="2100" y="1"/>
                    <a:pt x="3530" y="651"/>
                    <a:pt x="4319" y="2018"/>
                  </a:cubicBezTo>
                  <a:cubicBezTo>
                    <a:pt x="5107" y="3384"/>
                    <a:pt x="4957" y="4948"/>
                    <a:pt x="3982" y="5511"/>
                  </a:cubicBezTo>
                  <a:cubicBezTo>
                    <a:pt x="3009" y="6074"/>
                    <a:pt x="1579" y="5422"/>
                    <a:pt x="790" y="40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2" name="Google Shape;342;p33"/>
          <p:cNvGrpSpPr/>
          <p:nvPr/>
        </p:nvGrpSpPr>
        <p:grpSpPr>
          <a:xfrm>
            <a:off x="2549840" y="1550663"/>
            <a:ext cx="389472" cy="389472"/>
            <a:chOff x="1181595" y="1469939"/>
            <a:chExt cx="345982" cy="345982"/>
          </a:xfrm>
        </p:grpSpPr>
        <p:sp>
          <p:nvSpPr>
            <p:cNvPr id="343" name="Google Shape;343;p33"/>
            <p:cNvSpPr/>
            <p:nvPr/>
          </p:nvSpPr>
          <p:spPr>
            <a:xfrm>
              <a:off x="1181595" y="1469939"/>
              <a:ext cx="345982" cy="345982"/>
            </a:xfrm>
            <a:custGeom>
              <a:avLst/>
              <a:gdLst/>
              <a:ahLst/>
              <a:cxnLst/>
              <a:rect l="l" t="t" r="r" b="b"/>
              <a:pathLst>
                <a:path w="633" h="633" extrusionOk="0">
                  <a:moveTo>
                    <a:pt x="146" y="95"/>
                  </a:moveTo>
                  <a:lnTo>
                    <a:pt x="146" y="148"/>
                  </a:lnTo>
                  <a:lnTo>
                    <a:pt x="117" y="148"/>
                  </a:lnTo>
                  <a:lnTo>
                    <a:pt x="117" y="95"/>
                  </a:lnTo>
                  <a:close/>
                  <a:moveTo>
                    <a:pt x="608" y="25"/>
                  </a:moveTo>
                  <a:lnTo>
                    <a:pt x="608" y="70"/>
                  </a:lnTo>
                  <a:lnTo>
                    <a:pt x="373" y="70"/>
                  </a:lnTo>
                  <a:cubicBezTo>
                    <a:pt x="366" y="70"/>
                    <a:pt x="360" y="74"/>
                    <a:pt x="360" y="82"/>
                  </a:cubicBezTo>
                  <a:cubicBezTo>
                    <a:pt x="360" y="89"/>
                    <a:pt x="366" y="95"/>
                    <a:pt x="373" y="95"/>
                  </a:cubicBezTo>
                  <a:lnTo>
                    <a:pt x="462" y="95"/>
                  </a:lnTo>
                  <a:lnTo>
                    <a:pt x="462" y="148"/>
                  </a:lnTo>
                  <a:lnTo>
                    <a:pt x="171" y="148"/>
                  </a:lnTo>
                  <a:lnTo>
                    <a:pt x="171" y="95"/>
                  </a:lnTo>
                  <a:lnTo>
                    <a:pt x="262" y="95"/>
                  </a:lnTo>
                  <a:cubicBezTo>
                    <a:pt x="267" y="95"/>
                    <a:pt x="273" y="89"/>
                    <a:pt x="273" y="82"/>
                  </a:cubicBezTo>
                  <a:cubicBezTo>
                    <a:pt x="273" y="74"/>
                    <a:pt x="267" y="70"/>
                    <a:pt x="262" y="70"/>
                  </a:cubicBezTo>
                  <a:lnTo>
                    <a:pt x="25" y="70"/>
                  </a:lnTo>
                  <a:lnTo>
                    <a:pt x="25" y="25"/>
                  </a:lnTo>
                  <a:close/>
                  <a:moveTo>
                    <a:pt x="516" y="95"/>
                  </a:moveTo>
                  <a:lnTo>
                    <a:pt x="516" y="148"/>
                  </a:lnTo>
                  <a:lnTo>
                    <a:pt x="487" y="148"/>
                  </a:lnTo>
                  <a:lnTo>
                    <a:pt x="487" y="95"/>
                  </a:lnTo>
                  <a:close/>
                  <a:moveTo>
                    <a:pt x="571" y="173"/>
                  </a:moveTo>
                  <a:cubicBezTo>
                    <a:pt x="591" y="173"/>
                    <a:pt x="608" y="190"/>
                    <a:pt x="608" y="210"/>
                  </a:cubicBezTo>
                  <a:lnTo>
                    <a:pt x="608" y="571"/>
                  </a:lnTo>
                  <a:cubicBezTo>
                    <a:pt x="608" y="592"/>
                    <a:pt x="591" y="608"/>
                    <a:pt x="571" y="608"/>
                  </a:cubicBezTo>
                  <a:lnTo>
                    <a:pt x="62" y="608"/>
                  </a:lnTo>
                  <a:cubicBezTo>
                    <a:pt x="42" y="608"/>
                    <a:pt x="25" y="592"/>
                    <a:pt x="25" y="571"/>
                  </a:cubicBezTo>
                  <a:lnTo>
                    <a:pt x="25" y="210"/>
                  </a:lnTo>
                  <a:cubicBezTo>
                    <a:pt x="25" y="190"/>
                    <a:pt x="42" y="173"/>
                    <a:pt x="62" y="173"/>
                  </a:cubicBezTo>
                  <a:close/>
                  <a:moveTo>
                    <a:pt x="13" y="1"/>
                  </a:moveTo>
                  <a:cubicBezTo>
                    <a:pt x="6" y="1"/>
                    <a:pt x="0" y="7"/>
                    <a:pt x="0" y="12"/>
                  </a:cubicBezTo>
                  <a:lnTo>
                    <a:pt x="0" y="82"/>
                  </a:lnTo>
                  <a:cubicBezTo>
                    <a:pt x="0" y="89"/>
                    <a:pt x="6" y="95"/>
                    <a:pt x="13" y="95"/>
                  </a:cubicBezTo>
                  <a:lnTo>
                    <a:pt x="93" y="95"/>
                  </a:lnTo>
                  <a:lnTo>
                    <a:pt x="93" y="148"/>
                  </a:lnTo>
                  <a:lnTo>
                    <a:pt x="62" y="148"/>
                  </a:lnTo>
                  <a:cubicBezTo>
                    <a:pt x="28" y="148"/>
                    <a:pt x="0" y="176"/>
                    <a:pt x="0" y="210"/>
                  </a:cubicBezTo>
                  <a:lnTo>
                    <a:pt x="0" y="571"/>
                  </a:lnTo>
                  <a:cubicBezTo>
                    <a:pt x="0" y="605"/>
                    <a:pt x="28" y="632"/>
                    <a:pt x="62" y="632"/>
                  </a:cubicBezTo>
                  <a:lnTo>
                    <a:pt x="571" y="632"/>
                  </a:lnTo>
                  <a:cubicBezTo>
                    <a:pt x="605" y="632"/>
                    <a:pt x="633" y="605"/>
                    <a:pt x="633" y="571"/>
                  </a:cubicBezTo>
                  <a:lnTo>
                    <a:pt x="633" y="210"/>
                  </a:lnTo>
                  <a:cubicBezTo>
                    <a:pt x="633" y="176"/>
                    <a:pt x="605" y="148"/>
                    <a:pt x="571" y="148"/>
                  </a:cubicBezTo>
                  <a:lnTo>
                    <a:pt x="542" y="148"/>
                  </a:lnTo>
                  <a:lnTo>
                    <a:pt x="542" y="95"/>
                  </a:lnTo>
                  <a:lnTo>
                    <a:pt x="620" y="95"/>
                  </a:lnTo>
                  <a:cubicBezTo>
                    <a:pt x="627" y="95"/>
                    <a:pt x="633" y="89"/>
                    <a:pt x="633" y="82"/>
                  </a:cubicBezTo>
                  <a:lnTo>
                    <a:pt x="633" y="12"/>
                  </a:lnTo>
                  <a:cubicBezTo>
                    <a:pt x="633" y="7"/>
                    <a:pt x="627" y="1"/>
                    <a:pt x="6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33"/>
            <p:cNvSpPr/>
            <p:nvPr/>
          </p:nvSpPr>
          <p:spPr>
            <a:xfrm>
              <a:off x="1398039" y="1590186"/>
              <a:ext cx="77614" cy="73241"/>
            </a:xfrm>
            <a:custGeom>
              <a:avLst/>
              <a:gdLst/>
              <a:ahLst/>
              <a:cxnLst/>
              <a:rect l="l" t="t" r="r" b="b"/>
              <a:pathLst>
                <a:path w="142" h="134" extrusionOk="0">
                  <a:moveTo>
                    <a:pt x="33" y="0"/>
                  </a:moveTo>
                  <a:cubicBezTo>
                    <a:pt x="27" y="0"/>
                    <a:pt x="22" y="6"/>
                    <a:pt x="20" y="12"/>
                  </a:cubicBezTo>
                  <a:lnTo>
                    <a:pt x="1" y="117"/>
                  </a:lnTo>
                  <a:cubicBezTo>
                    <a:pt x="0" y="125"/>
                    <a:pt x="4" y="132"/>
                    <a:pt x="12" y="132"/>
                  </a:cubicBezTo>
                  <a:cubicBezTo>
                    <a:pt x="12" y="132"/>
                    <a:pt x="13" y="132"/>
                    <a:pt x="14" y="132"/>
                  </a:cubicBezTo>
                  <a:cubicBezTo>
                    <a:pt x="19" y="132"/>
                    <a:pt x="25" y="128"/>
                    <a:pt x="26" y="123"/>
                  </a:cubicBezTo>
                  <a:lnTo>
                    <a:pt x="38" y="58"/>
                  </a:lnTo>
                  <a:lnTo>
                    <a:pt x="56" y="123"/>
                  </a:lnTo>
                  <a:cubicBezTo>
                    <a:pt x="58" y="129"/>
                    <a:pt x="64" y="133"/>
                    <a:pt x="71" y="133"/>
                  </a:cubicBezTo>
                  <a:cubicBezTo>
                    <a:pt x="77" y="133"/>
                    <a:pt x="82" y="129"/>
                    <a:pt x="84" y="123"/>
                  </a:cubicBezTo>
                  <a:lnTo>
                    <a:pt x="85" y="123"/>
                  </a:lnTo>
                  <a:lnTo>
                    <a:pt x="103" y="58"/>
                  </a:lnTo>
                  <a:lnTo>
                    <a:pt x="116" y="123"/>
                  </a:lnTo>
                  <a:cubicBezTo>
                    <a:pt x="117" y="128"/>
                    <a:pt x="121" y="132"/>
                    <a:pt x="127" y="132"/>
                  </a:cubicBezTo>
                  <a:cubicBezTo>
                    <a:pt x="128" y="132"/>
                    <a:pt x="129" y="132"/>
                    <a:pt x="130" y="132"/>
                  </a:cubicBezTo>
                  <a:cubicBezTo>
                    <a:pt x="137" y="132"/>
                    <a:pt x="142" y="125"/>
                    <a:pt x="140" y="117"/>
                  </a:cubicBezTo>
                  <a:lnTo>
                    <a:pt x="120" y="12"/>
                  </a:lnTo>
                  <a:cubicBezTo>
                    <a:pt x="118" y="5"/>
                    <a:pt x="113" y="0"/>
                    <a:pt x="105" y="0"/>
                  </a:cubicBezTo>
                  <a:cubicBezTo>
                    <a:pt x="100" y="0"/>
                    <a:pt x="92" y="5"/>
                    <a:pt x="91" y="11"/>
                  </a:cubicBezTo>
                  <a:lnTo>
                    <a:pt x="71" y="83"/>
                  </a:lnTo>
                  <a:lnTo>
                    <a:pt x="49" y="11"/>
                  </a:lnTo>
                  <a:cubicBezTo>
                    <a:pt x="46" y="3"/>
                    <a:pt x="40" y="0"/>
                    <a:pt x="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3"/>
            <p:cNvSpPr/>
            <p:nvPr/>
          </p:nvSpPr>
          <p:spPr>
            <a:xfrm>
              <a:off x="1234613" y="1590186"/>
              <a:ext cx="68868" cy="73241"/>
            </a:xfrm>
            <a:custGeom>
              <a:avLst/>
              <a:gdLst/>
              <a:ahLst/>
              <a:cxnLst/>
              <a:rect l="l" t="t" r="r" b="b"/>
              <a:pathLst>
                <a:path w="126" h="134" extrusionOk="0">
                  <a:moveTo>
                    <a:pt x="66" y="0"/>
                  </a:moveTo>
                  <a:cubicBezTo>
                    <a:pt x="30" y="0"/>
                    <a:pt x="0" y="31"/>
                    <a:pt x="0" y="67"/>
                  </a:cubicBezTo>
                  <a:cubicBezTo>
                    <a:pt x="0" y="103"/>
                    <a:pt x="30" y="133"/>
                    <a:pt x="66" y="133"/>
                  </a:cubicBezTo>
                  <a:cubicBezTo>
                    <a:pt x="101" y="133"/>
                    <a:pt x="126" y="106"/>
                    <a:pt x="126" y="67"/>
                  </a:cubicBezTo>
                  <a:cubicBezTo>
                    <a:pt x="126" y="60"/>
                    <a:pt x="121" y="54"/>
                    <a:pt x="114" y="54"/>
                  </a:cubicBezTo>
                  <a:lnTo>
                    <a:pt x="81" y="54"/>
                  </a:lnTo>
                  <a:cubicBezTo>
                    <a:pt x="75" y="54"/>
                    <a:pt x="69" y="60"/>
                    <a:pt x="69" y="67"/>
                  </a:cubicBezTo>
                  <a:cubicBezTo>
                    <a:pt x="69" y="74"/>
                    <a:pt x="75" y="80"/>
                    <a:pt x="81" y="80"/>
                  </a:cubicBezTo>
                  <a:lnTo>
                    <a:pt x="100" y="80"/>
                  </a:lnTo>
                  <a:cubicBezTo>
                    <a:pt x="97" y="94"/>
                    <a:pt x="87" y="109"/>
                    <a:pt x="66" y="109"/>
                  </a:cubicBezTo>
                  <a:cubicBezTo>
                    <a:pt x="43" y="109"/>
                    <a:pt x="25" y="90"/>
                    <a:pt x="25" y="67"/>
                  </a:cubicBezTo>
                  <a:cubicBezTo>
                    <a:pt x="25" y="44"/>
                    <a:pt x="43" y="25"/>
                    <a:pt x="66" y="25"/>
                  </a:cubicBezTo>
                  <a:cubicBezTo>
                    <a:pt x="75" y="25"/>
                    <a:pt x="84" y="28"/>
                    <a:pt x="91" y="32"/>
                  </a:cubicBezTo>
                  <a:cubicBezTo>
                    <a:pt x="93" y="34"/>
                    <a:pt x="95" y="35"/>
                    <a:pt x="98" y="35"/>
                  </a:cubicBezTo>
                  <a:cubicBezTo>
                    <a:pt x="101" y="35"/>
                    <a:pt x="105" y="33"/>
                    <a:pt x="107" y="29"/>
                  </a:cubicBezTo>
                  <a:cubicBezTo>
                    <a:pt x="111" y="24"/>
                    <a:pt x="110" y="15"/>
                    <a:pt x="104" y="12"/>
                  </a:cubicBezTo>
                  <a:cubicBezTo>
                    <a:pt x="94" y="5"/>
                    <a:pt x="81" y="0"/>
                    <a:pt x="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3"/>
            <p:cNvSpPr/>
            <p:nvPr/>
          </p:nvSpPr>
          <p:spPr>
            <a:xfrm>
              <a:off x="1324251" y="1590186"/>
              <a:ext cx="53564" cy="73241"/>
            </a:xfrm>
            <a:custGeom>
              <a:avLst/>
              <a:gdLst/>
              <a:ahLst/>
              <a:cxnLst/>
              <a:rect l="l" t="t" r="r" b="b"/>
              <a:pathLst>
                <a:path w="98" h="134" extrusionOk="0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6"/>
                    <a:pt x="1" y="13"/>
                    <a:pt x="4" y="19"/>
                  </a:cubicBezTo>
                  <a:lnTo>
                    <a:pt x="37" y="70"/>
                  </a:lnTo>
                  <a:lnTo>
                    <a:pt x="37" y="122"/>
                  </a:lnTo>
                  <a:cubicBezTo>
                    <a:pt x="37" y="128"/>
                    <a:pt x="43" y="133"/>
                    <a:pt x="48" y="133"/>
                  </a:cubicBezTo>
                  <a:cubicBezTo>
                    <a:pt x="56" y="133"/>
                    <a:pt x="61" y="128"/>
                    <a:pt x="61" y="122"/>
                  </a:cubicBezTo>
                  <a:lnTo>
                    <a:pt x="61" y="70"/>
                  </a:lnTo>
                  <a:lnTo>
                    <a:pt x="95" y="19"/>
                  </a:lnTo>
                  <a:cubicBezTo>
                    <a:pt x="97" y="13"/>
                    <a:pt x="96" y="6"/>
                    <a:pt x="90" y="2"/>
                  </a:cubicBezTo>
                  <a:cubicBezTo>
                    <a:pt x="88" y="1"/>
                    <a:pt x="86" y="0"/>
                    <a:pt x="84" y="0"/>
                  </a:cubicBezTo>
                  <a:cubicBezTo>
                    <a:pt x="80" y="0"/>
                    <a:pt x="76" y="2"/>
                    <a:pt x="73" y="6"/>
                  </a:cubicBezTo>
                  <a:lnTo>
                    <a:pt x="50" y="44"/>
                  </a:lnTo>
                  <a:lnTo>
                    <a:pt x="25" y="6"/>
                  </a:lnTo>
                  <a:cubicBezTo>
                    <a:pt x="22" y="2"/>
                    <a:pt x="18" y="0"/>
                    <a:pt x="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3"/>
            <p:cNvSpPr/>
            <p:nvPr/>
          </p:nvSpPr>
          <p:spPr>
            <a:xfrm>
              <a:off x="1234613" y="1677638"/>
              <a:ext cx="240493" cy="110955"/>
            </a:xfrm>
            <a:custGeom>
              <a:avLst/>
              <a:gdLst/>
              <a:ahLst/>
              <a:cxnLst/>
              <a:rect l="l" t="t" r="r" b="b"/>
              <a:pathLst>
                <a:path w="440" h="203" extrusionOk="0">
                  <a:moveTo>
                    <a:pt x="282" y="74"/>
                  </a:moveTo>
                  <a:lnTo>
                    <a:pt x="282" y="129"/>
                  </a:lnTo>
                  <a:lnTo>
                    <a:pt x="157" y="129"/>
                  </a:lnTo>
                  <a:lnTo>
                    <a:pt x="157" y="74"/>
                  </a:lnTo>
                  <a:close/>
                  <a:moveTo>
                    <a:pt x="100" y="25"/>
                  </a:moveTo>
                  <a:cubicBezTo>
                    <a:pt x="118" y="25"/>
                    <a:pt x="133" y="40"/>
                    <a:pt x="133" y="59"/>
                  </a:cubicBezTo>
                  <a:lnTo>
                    <a:pt x="133" y="145"/>
                  </a:lnTo>
                  <a:cubicBezTo>
                    <a:pt x="133" y="164"/>
                    <a:pt x="118" y="178"/>
                    <a:pt x="100" y="178"/>
                  </a:cubicBezTo>
                  <a:lnTo>
                    <a:pt x="59" y="178"/>
                  </a:lnTo>
                  <a:cubicBezTo>
                    <a:pt x="40" y="178"/>
                    <a:pt x="25" y="164"/>
                    <a:pt x="25" y="145"/>
                  </a:cubicBezTo>
                  <a:lnTo>
                    <a:pt x="25" y="59"/>
                  </a:lnTo>
                  <a:cubicBezTo>
                    <a:pt x="25" y="40"/>
                    <a:pt x="40" y="25"/>
                    <a:pt x="59" y="25"/>
                  </a:cubicBezTo>
                  <a:close/>
                  <a:moveTo>
                    <a:pt x="381" y="25"/>
                  </a:moveTo>
                  <a:cubicBezTo>
                    <a:pt x="399" y="25"/>
                    <a:pt x="415" y="40"/>
                    <a:pt x="415" y="59"/>
                  </a:cubicBezTo>
                  <a:lnTo>
                    <a:pt x="415" y="145"/>
                  </a:lnTo>
                  <a:cubicBezTo>
                    <a:pt x="415" y="164"/>
                    <a:pt x="399" y="178"/>
                    <a:pt x="381" y="178"/>
                  </a:cubicBezTo>
                  <a:lnTo>
                    <a:pt x="339" y="178"/>
                  </a:lnTo>
                  <a:cubicBezTo>
                    <a:pt x="321" y="178"/>
                    <a:pt x="306" y="164"/>
                    <a:pt x="306" y="145"/>
                  </a:cubicBezTo>
                  <a:lnTo>
                    <a:pt x="306" y="59"/>
                  </a:lnTo>
                  <a:cubicBezTo>
                    <a:pt x="306" y="40"/>
                    <a:pt x="321" y="25"/>
                    <a:pt x="339" y="25"/>
                  </a:cubicBezTo>
                  <a:close/>
                  <a:moveTo>
                    <a:pt x="59" y="1"/>
                  </a:moveTo>
                  <a:cubicBezTo>
                    <a:pt x="26" y="1"/>
                    <a:pt x="0" y="27"/>
                    <a:pt x="0" y="59"/>
                  </a:cubicBezTo>
                  <a:lnTo>
                    <a:pt x="0" y="145"/>
                  </a:lnTo>
                  <a:cubicBezTo>
                    <a:pt x="0" y="177"/>
                    <a:pt x="26" y="203"/>
                    <a:pt x="59" y="203"/>
                  </a:cubicBezTo>
                  <a:lnTo>
                    <a:pt x="100" y="203"/>
                  </a:lnTo>
                  <a:cubicBezTo>
                    <a:pt x="129" y="203"/>
                    <a:pt x="153" y="181"/>
                    <a:pt x="157" y="154"/>
                  </a:cubicBezTo>
                  <a:lnTo>
                    <a:pt x="282" y="154"/>
                  </a:lnTo>
                  <a:cubicBezTo>
                    <a:pt x="286" y="181"/>
                    <a:pt x="311" y="203"/>
                    <a:pt x="339" y="203"/>
                  </a:cubicBezTo>
                  <a:lnTo>
                    <a:pt x="381" y="203"/>
                  </a:lnTo>
                  <a:cubicBezTo>
                    <a:pt x="413" y="203"/>
                    <a:pt x="439" y="177"/>
                    <a:pt x="439" y="145"/>
                  </a:cubicBezTo>
                  <a:lnTo>
                    <a:pt x="439" y="59"/>
                  </a:lnTo>
                  <a:cubicBezTo>
                    <a:pt x="439" y="27"/>
                    <a:pt x="413" y="1"/>
                    <a:pt x="381" y="1"/>
                  </a:cubicBezTo>
                  <a:lnTo>
                    <a:pt x="339" y="1"/>
                  </a:lnTo>
                  <a:cubicBezTo>
                    <a:pt x="311" y="1"/>
                    <a:pt x="286" y="22"/>
                    <a:pt x="282" y="50"/>
                  </a:cubicBezTo>
                  <a:lnTo>
                    <a:pt x="157" y="50"/>
                  </a:lnTo>
                  <a:cubicBezTo>
                    <a:pt x="153" y="22"/>
                    <a:pt x="129" y="1"/>
                    <a:pt x="1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3"/>
            <p:cNvSpPr/>
            <p:nvPr/>
          </p:nvSpPr>
          <p:spPr>
            <a:xfrm>
              <a:off x="1348301" y="1508199"/>
              <a:ext cx="13664" cy="13664"/>
            </a:xfrm>
            <a:custGeom>
              <a:avLst/>
              <a:gdLst/>
              <a:ahLst/>
              <a:cxnLst/>
              <a:rect l="l" t="t" r="r" b="b"/>
              <a:pathLst>
                <a:path w="25" h="25" extrusionOk="0">
                  <a:moveTo>
                    <a:pt x="12" y="0"/>
                  </a:moveTo>
                  <a:cubicBezTo>
                    <a:pt x="9" y="0"/>
                    <a:pt x="6" y="2"/>
                    <a:pt x="3" y="3"/>
                  </a:cubicBezTo>
                  <a:cubicBezTo>
                    <a:pt x="0" y="6"/>
                    <a:pt x="0" y="9"/>
                    <a:pt x="0" y="12"/>
                  </a:cubicBezTo>
                  <a:cubicBezTo>
                    <a:pt x="0" y="15"/>
                    <a:pt x="0" y="19"/>
                    <a:pt x="3" y="20"/>
                  </a:cubicBezTo>
                  <a:cubicBezTo>
                    <a:pt x="6" y="23"/>
                    <a:pt x="9" y="25"/>
                    <a:pt x="12" y="25"/>
                  </a:cubicBezTo>
                  <a:cubicBezTo>
                    <a:pt x="14" y="25"/>
                    <a:pt x="19" y="23"/>
                    <a:pt x="20" y="20"/>
                  </a:cubicBezTo>
                  <a:cubicBezTo>
                    <a:pt x="23" y="19"/>
                    <a:pt x="25" y="15"/>
                    <a:pt x="25" y="12"/>
                  </a:cubicBezTo>
                  <a:cubicBezTo>
                    <a:pt x="25" y="9"/>
                    <a:pt x="23" y="6"/>
                    <a:pt x="20" y="3"/>
                  </a:cubicBezTo>
                  <a:cubicBezTo>
                    <a:pt x="19" y="2"/>
                    <a:pt x="14" y="0"/>
                    <a:pt x="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9" name="Google Shape;349;p33"/>
          <p:cNvGrpSpPr/>
          <p:nvPr/>
        </p:nvGrpSpPr>
        <p:grpSpPr>
          <a:xfrm>
            <a:off x="6204727" y="1550685"/>
            <a:ext cx="389437" cy="389437"/>
            <a:chOff x="4037450" y="1469939"/>
            <a:chExt cx="345982" cy="345982"/>
          </a:xfrm>
        </p:grpSpPr>
        <p:sp>
          <p:nvSpPr>
            <p:cNvPr id="350" name="Google Shape;350;p33"/>
            <p:cNvSpPr/>
            <p:nvPr/>
          </p:nvSpPr>
          <p:spPr>
            <a:xfrm>
              <a:off x="4037450" y="1469939"/>
              <a:ext cx="345982" cy="345982"/>
            </a:xfrm>
            <a:custGeom>
              <a:avLst/>
              <a:gdLst/>
              <a:ahLst/>
              <a:cxnLst/>
              <a:rect l="l" t="t" r="r" b="b"/>
              <a:pathLst>
                <a:path w="633" h="633" extrusionOk="0">
                  <a:moveTo>
                    <a:pt x="249" y="25"/>
                  </a:moveTo>
                  <a:cubicBezTo>
                    <a:pt x="257" y="25"/>
                    <a:pt x="263" y="31"/>
                    <a:pt x="263" y="40"/>
                  </a:cubicBezTo>
                  <a:lnTo>
                    <a:pt x="263" y="82"/>
                  </a:lnTo>
                  <a:lnTo>
                    <a:pt x="234" y="82"/>
                  </a:lnTo>
                  <a:lnTo>
                    <a:pt x="234" y="40"/>
                  </a:lnTo>
                  <a:cubicBezTo>
                    <a:pt x="234" y="31"/>
                    <a:pt x="240" y="25"/>
                    <a:pt x="249" y="25"/>
                  </a:cubicBezTo>
                  <a:close/>
                  <a:moveTo>
                    <a:pt x="384" y="25"/>
                  </a:moveTo>
                  <a:cubicBezTo>
                    <a:pt x="393" y="25"/>
                    <a:pt x="399" y="31"/>
                    <a:pt x="399" y="40"/>
                  </a:cubicBezTo>
                  <a:lnTo>
                    <a:pt x="399" y="82"/>
                  </a:lnTo>
                  <a:lnTo>
                    <a:pt x="370" y="82"/>
                  </a:lnTo>
                  <a:lnTo>
                    <a:pt x="370" y="40"/>
                  </a:lnTo>
                  <a:cubicBezTo>
                    <a:pt x="370" y="31"/>
                    <a:pt x="376" y="25"/>
                    <a:pt x="384" y="25"/>
                  </a:cubicBezTo>
                  <a:close/>
                  <a:moveTo>
                    <a:pt x="399" y="106"/>
                  </a:moveTo>
                  <a:lnTo>
                    <a:pt x="399" y="141"/>
                  </a:lnTo>
                  <a:lnTo>
                    <a:pt x="234" y="141"/>
                  </a:lnTo>
                  <a:lnTo>
                    <a:pt x="234" y="106"/>
                  </a:lnTo>
                  <a:close/>
                  <a:moveTo>
                    <a:pt x="202" y="67"/>
                  </a:moveTo>
                  <a:cubicBezTo>
                    <a:pt x="205" y="67"/>
                    <a:pt x="210" y="70"/>
                    <a:pt x="210" y="74"/>
                  </a:cubicBezTo>
                  <a:lnTo>
                    <a:pt x="210" y="173"/>
                  </a:lnTo>
                  <a:cubicBezTo>
                    <a:pt x="210" y="177"/>
                    <a:pt x="205" y="180"/>
                    <a:pt x="202" y="180"/>
                  </a:cubicBezTo>
                  <a:lnTo>
                    <a:pt x="162" y="180"/>
                  </a:lnTo>
                  <a:cubicBezTo>
                    <a:pt x="158" y="180"/>
                    <a:pt x="155" y="177"/>
                    <a:pt x="155" y="173"/>
                  </a:cubicBezTo>
                  <a:lnTo>
                    <a:pt x="155" y="74"/>
                  </a:lnTo>
                  <a:cubicBezTo>
                    <a:pt x="155" y="70"/>
                    <a:pt x="158" y="67"/>
                    <a:pt x="162" y="67"/>
                  </a:cubicBezTo>
                  <a:close/>
                  <a:moveTo>
                    <a:pt x="471" y="67"/>
                  </a:moveTo>
                  <a:cubicBezTo>
                    <a:pt x="475" y="67"/>
                    <a:pt x="478" y="70"/>
                    <a:pt x="478" y="74"/>
                  </a:cubicBezTo>
                  <a:lnTo>
                    <a:pt x="478" y="173"/>
                  </a:lnTo>
                  <a:cubicBezTo>
                    <a:pt x="478" y="177"/>
                    <a:pt x="475" y="180"/>
                    <a:pt x="471" y="180"/>
                  </a:cubicBezTo>
                  <a:lnTo>
                    <a:pt x="431" y="180"/>
                  </a:lnTo>
                  <a:cubicBezTo>
                    <a:pt x="428" y="180"/>
                    <a:pt x="423" y="177"/>
                    <a:pt x="423" y="173"/>
                  </a:cubicBezTo>
                  <a:lnTo>
                    <a:pt x="423" y="74"/>
                  </a:lnTo>
                  <a:cubicBezTo>
                    <a:pt x="423" y="70"/>
                    <a:pt x="428" y="67"/>
                    <a:pt x="431" y="67"/>
                  </a:cubicBezTo>
                  <a:close/>
                  <a:moveTo>
                    <a:pt x="210" y="205"/>
                  </a:moveTo>
                  <a:lnTo>
                    <a:pt x="210" y="242"/>
                  </a:lnTo>
                  <a:lnTo>
                    <a:pt x="179" y="242"/>
                  </a:lnTo>
                  <a:lnTo>
                    <a:pt x="179" y="212"/>
                  </a:lnTo>
                  <a:cubicBezTo>
                    <a:pt x="179" y="209"/>
                    <a:pt x="179" y="207"/>
                    <a:pt x="178" y="205"/>
                  </a:cubicBezTo>
                  <a:close/>
                  <a:moveTo>
                    <a:pt x="263" y="166"/>
                  </a:moveTo>
                  <a:lnTo>
                    <a:pt x="263" y="242"/>
                  </a:lnTo>
                  <a:lnTo>
                    <a:pt x="234" y="242"/>
                  </a:lnTo>
                  <a:lnTo>
                    <a:pt x="234" y="166"/>
                  </a:lnTo>
                  <a:close/>
                  <a:moveTo>
                    <a:pt x="345" y="166"/>
                  </a:moveTo>
                  <a:lnTo>
                    <a:pt x="345" y="242"/>
                  </a:lnTo>
                  <a:lnTo>
                    <a:pt x="288" y="242"/>
                  </a:lnTo>
                  <a:lnTo>
                    <a:pt x="288" y="166"/>
                  </a:lnTo>
                  <a:close/>
                  <a:moveTo>
                    <a:pt x="399" y="166"/>
                  </a:moveTo>
                  <a:lnTo>
                    <a:pt x="399" y="242"/>
                  </a:lnTo>
                  <a:lnTo>
                    <a:pt x="370" y="242"/>
                  </a:lnTo>
                  <a:lnTo>
                    <a:pt x="370" y="166"/>
                  </a:lnTo>
                  <a:close/>
                  <a:moveTo>
                    <a:pt x="454" y="205"/>
                  </a:moveTo>
                  <a:cubicBezTo>
                    <a:pt x="454" y="207"/>
                    <a:pt x="454" y="209"/>
                    <a:pt x="454" y="212"/>
                  </a:cubicBezTo>
                  <a:lnTo>
                    <a:pt x="454" y="242"/>
                  </a:lnTo>
                  <a:lnTo>
                    <a:pt x="423" y="242"/>
                  </a:lnTo>
                  <a:lnTo>
                    <a:pt x="423" y="205"/>
                  </a:lnTo>
                  <a:close/>
                  <a:moveTo>
                    <a:pt x="454" y="267"/>
                  </a:moveTo>
                  <a:lnTo>
                    <a:pt x="454" y="301"/>
                  </a:lnTo>
                  <a:lnTo>
                    <a:pt x="179" y="301"/>
                  </a:lnTo>
                  <a:lnTo>
                    <a:pt x="179" y="267"/>
                  </a:lnTo>
                  <a:close/>
                  <a:moveTo>
                    <a:pt x="155" y="213"/>
                  </a:moveTo>
                  <a:lnTo>
                    <a:pt x="155" y="356"/>
                  </a:lnTo>
                  <a:lnTo>
                    <a:pt x="116" y="356"/>
                  </a:lnTo>
                  <a:lnTo>
                    <a:pt x="116" y="213"/>
                  </a:lnTo>
                  <a:close/>
                  <a:moveTo>
                    <a:pt x="517" y="213"/>
                  </a:moveTo>
                  <a:lnTo>
                    <a:pt x="517" y="356"/>
                  </a:lnTo>
                  <a:lnTo>
                    <a:pt x="478" y="356"/>
                  </a:lnTo>
                  <a:lnTo>
                    <a:pt x="478" y="213"/>
                  </a:lnTo>
                  <a:close/>
                  <a:moveTo>
                    <a:pt x="210" y="326"/>
                  </a:moveTo>
                  <a:lnTo>
                    <a:pt x="210" y="426"/>
                  </a:lnTo>
                  <a:lnTo>
                    <a:pt x="149" y="426"/>
                  </a:lnTo>
                  <a:lnTo>
                    <a:pt x="149" y="381"/>
                  </a:lnTo>
                  <a:lnTo>
                    <a:pt x="156" y="381"/>
                  </a:lnTo>
                  <a:cubicBezTo>
                    <a:pt x="169" y="381"/>
                    <a:pt x="179" y="371"/>
                    <a:pt x="179" y="358"/>
                  </a:cubicBezTo>
                  <a:lnTo>
                    <a:pt x="179" y="326"/>
                  </a:lnTo>
                  <a:close/>
                  <a:moveTo>
                    <a:pt x="263" y="326"/>
                  </a:moveTo>
                  <a:lnTo>
                    <a:pt x="263" y="426"/>
                  </a:lnTo>
                  <a:lnTo>
                    <a:pt x="234" y="426"/>
                  </a:lnTo>
                  <a:lnTo>
                    <a:pt x="234" y="326"/>
                  </a:lnTo>
                  <a:close/>
                  <a:moveTo>
                    <a:pt x="345" y="326"/>
                  </a:moveTo>
                  <a:lnTo>
                    <a:pt x="345" y="426"/>
                  </a:lnTo>
                  <a:lnTo>
                    <a:pt x="288" y="426"/>
                  </a:lnTo>
                  <a:lnTo>
                    <a:pt x="288" y="326"/>
                  </a:lnTo>
                  <a:close/>
                  <a:moveTo>
                    <a:pt x="399" y="326"/>
                  </a:moveTo>
                  <a:lnTo>
                    <a:pt x="399" y="426"/>
                  </a:lnTo>
                  <a:lnTo>
                    <a:pt x="370" y="426"/>
                  </a:lnTo>
                  <a:lnTo>
                    <a:pt x="370" y="326"/>
                  </a:lnTo>
                  <a:close/>
                  <a:moveTo>
                    <a:pt x="454" y="326"/>
                  </a:moveTo>
                  <a:lnTo>
                    <a:pt x="454" y="358"/>
                  </a:lnTo>
                  <a:cubicBezTo>
                    <a:pt x="454" y="371"/>
                    <a:pt x="464" y="381"/>
                    <a:pt x="477" y="381"/>
                  </a:cubicBezTo>
                  <a:lnTo>
                    <a:pt x="484" y="381"/>
                  </a:lnTo>
                  <a:lnTo>
                    <a:pt x="484" y="426"/>
                  </a:lnTo>
                  <a:lnTo>
                    <a:pt x="423" y="426"/>
                  </a:lnTo>
                  <a:lnTo>
                    <a:pt x="423" y="326"/>
                  </a:lnTo>
                  <a:close/>
                  <a:moveTo>
                    <a:pt x="484" y="450"/>
                  </a:moveTo>
                  <a:lnTo>
                    <a:pt x="484" y="485"/>
                  </a:lnTo>
                  <a:lnTo>
                    <a:pt x="149" y="485"/>
                  </a:lnTo>
                  <a:lnTo>
                    <a:pt x="149" y="450"/>
                  </a:lnTo>
                  <a:close/>
                  <a:moveTo>
                    <a:pt x="59" y="424"/>
                  </a:moveTo>
                  <a:lnTo>
                    <a:pt x="59" y="509"/>
                  </a:lnTo>
                  <a:lnTo>
                    <a:pt x="25" y="509"/>
                  </a:lnTo>
                  <a:lnTo>
                    <a:pt x="25" y="424"/>
                  </a:lnTo>
                  <a:close/>
                  <a:moveTo>
                    <a:pt x="608" y="424"/>
                  </a:moveTo>
                  <a:lnTo>
                    <a:pt x="608" y="509"/>
                  </a:lnTo>
                  <a:lnTo>
                    <a:pt x="574" y="509"/>
                  </a:lnTo>
                  <a:lnTo>
                    <a:pt x="574" y="424"/>
                  </a:lnTo>
                  <a:close/>
                  <a:moveTo>
                    <a:pt x="124" y="381"/>
                  </a:moveTo>
                  <a:lnTo>
                    <a:pt x="124" y="554"/>
                  </a:lnTo>
                  <a:lnTo>
                    <a:pt x="84" y="554"/>
                  </a:lnTo>
                  <a:lnTo>
                    <a:pt x="84" y="381"/>
                  </a:lnTo>
                  <a:close/>
                  <a:moveTo>
                    <a:pt x="210" y="509"/>
                  </a:moveTo>
                  <a:lnTo>
                    <a:pt x="210" y="554"/>
                  </a:lnTo>
                  <a:lnTo>
                    <a:pt x="149" y="554"/>
                  </a:lnTo>
                  <a:lnTo>
                    <a:pt x="149" y="509"/>
                  </a:lnTo>
                  <a:close/>
                  <a:moveTo>
                    <a:pt x="263" y="509"/>
                  </a:moveTo>
                  <a:lnTo>
                    <a:pt x="263" y="554"/>
                  </a:lnTo>
                  <a:lnTo>
                    <a:pt x="234" y="554"/>
                  </a:lnTo>
                  <a:lnTo>
                    <a:pt x="234" y="509"/>
                  </a:lnTo>
                  <a:close/>
                  <a:moveTo>
                    <a:pt x="345" y="509"/>
                  </a:moveTo>
                  <a:lnTo>
                    <a:pt x="345" y="554"/>
                  </a:lnTo>
                  <a:lnTo>
                    <a:pt x="288" y="554"/>
                  </a:lnTo>
                  <a:lnTo>
                    <a:pt x="288" y="509"/>
                  </a:lnTo>
                  <a:close/>
                  <a:moveTo>
                    <a:pt x="399" y="509"/>
                  </a:moveTo>
                  <a:lnTo>
                    <a:pt x="399" y="554"/>
                  </a:lnTo>
                  <a:lnTo>
                    <a:pt x="370" y="554"/>
                  </a:lnTo>
                  <a:lnTo>
                    <a:pt x="370" y="509"/>
                  </a:lnTo>
                  <a:close/>
                  <a:moveTo>
                    <a:pt x="484" y="509"/>
                  </a:moveTo>
                  <a:lnTo>
                    <a:pt x="484" y="554"/>
                  </a:lnTo>
                  <a:lnTo>
                    <a:pt x="423" y="554"/>
                  </a:lnTo>
                  <a:lnTo>
                    <a:pt x="423" y="509"/>
                  </a:lnTo>
                  <a:close/>
                  <a:moveTo>
                    <a:pt x="549" y="381"/>
                  </a:moveTo>
                  <a:lnTo>
                    <a:pt x="549" y="554"/>
                  </a:lnTo>
                  <a:lnTo>
                    <a:pt x="509" y="554"/>
                  </a:lnTo>
                  <a:lnTo>
                    <a:pt x="509" y="381"/>
                  </a:lnTo>
                  <a:close/>
                  <a:moveTo>
                    <a:pt x="249" y="1"/>
                  </a:moveTo>
                  <a:cubicBezTo>
                    <a:pt x="227" y="1"/>
                    <a:pt x="210" y="18"/>
                    <a:pt x="210" y="40"/>
                  </a:cubicBezTo>
                  <a:lnTo>
                    <a:pt x="210" y="43"/>
                  </a:lnTo>
                  <a:lnTo>
                    <a:pt x="162" y="43"/>
                  </a:lnTo>
                  <a:cubicBezTo>
                    <a:pt x="145" y="43"/>
                    <a:pt x="130" y="57"/>
                    <a:pt x="130" y="74"/>
                  </a:cubicBezTo>
                  <a:lnTo>
                    <a:pt x="130" y="173"/>
                  </a:lnTo>
                  <a:cubicBezTo>
                    <a:pt x="130" y="179"/>
                    <a:pt x="132" y="184"/>
                    <a:pt x="134" y="189"/>
                  </a:cubicBezTo>
                  <a:lnTo>
                    <a:pt x="114" y="189"/>
                  </a:lnTo>
                  <a:cubicBezTo>
                    <a:pt x="101" y="189"/>
                    <a:pt x="91" y="199"/>
                    <a:pt x="91" y="212"/>
                  </a:cubicBezTo>
                  <a:lnTo>
                    <a:pt x="91" y="356"/>
                  </a:lnTo>
                  <a:lnTo>
                    <a:pt x="82" y="356"/>
                  </a:lnTo>
                  <a:cubicBezTo>
                    <a:pt x="69" y="356"/>
                    <a:pt x="59" y="366"/>
                    <a:pt x="59" y="379"/>
                  </a:cubicBezTo>
                  <a:lnTo>
                    <a:pt x="59" y="400"/>
                  </a:lnTo>
                  <a:lnTo>
                    <a:pt x="23" y="400"/>
                  </a:lnTo>
                  <a:cubicBezTo>
                    <a:pt x="10" y="400"/>
                    <a:pt x="0" y="410"/>
                    <a:pt x="0" y="423"/>
                  </a:cubicBezTo>
                  <a:lnTo>
                    <a:pt x="0" y="511"/>
                  </a:lnTo>
                  <a:cubicBezTo>
                    <a:pt x="0" y="524"/>
                    <a:pt x="10" y="534"/>
                    <a:pt x="23" y="534"/>
                  </a:cubicBezTo>
                  <a:lnTo>
                    <a:pt x="59" y="534"/>
                  </a:lnTo>
                  <a:lnTo>
                    <a:pt x="59" y="554"/>
                  </a:lnTo>
                  <a:cubicBezTo>
                    <a:pt x="59" y="558"/>
                    <a:pt x="61" y="561"/>
                    <a:pt x="62" y="564"/>
                  </a:cubicBezTo>
                  <a:cubicBezTo>
                    <a:pt x="43" y="576"/>
                    <a:pt x="32" y="597"/>
                    <a:pt x="32" y="621"/>
                  </a:cubicBezTo>
                  <a:cubicBezTo>
                    <a:pt x="32" y="626"/>
                    <a:pt x="36" y="632"/>
                    <a:pt x="43" y="632"/>
                  </a:cubicBezTo>
                  <a:lnTo>
                    <a:pt x="262" y="632"/>
                  </a:lnTo>
                  <a:cubicBezTo>
                    <a:pt x="267" y="632"/>
                    <a:pt x="273" y="626"/>
                    <a:pt x="273" y="621"/>
                  </a:cubicBezTo>
                  <a:cubicBezTo>
                    <a:pt x="273" y="613"/>
                    <a:pt x="267" y="608"/>
                    <a:pt x="262" y="608"/>
                  </a:cubicBezTo>
                  <a:lnTo>
                    <a:pt x="58" y="608"/>
                  </a:lnTo>
                  <a:cubicBezTo>
                    <a:pt x="64" y="590"/>
                    <a:pt x="80" y="579"/>
                    <a:pt x="98" y="579"/>
                  </a:cubicBezTo>
                  <a:lnTo>
                    <a:pt x="535" y="579"/>
                  </a:lnTo>
                  <a:cubicBezTo>
                    <a:pt x="553" y="579"/>
                    <a:pt x="569" y="590"/>
                    <a:pt x="575" y="608"/>
                  </a:cubicBezTo>
                  <a:lnTo>
                    <a:pt x="373" y="608"/>
                  </a:lnTo>
                  <a:cubicBezTo>
                    <a:pt x="366" y="608"/>
                    <a:pt x="360" y="613"/>
                    <a:pt x="360" y="621"/>
                  </a:cubicBezTo>
                  <a:cubicBezTo>
                    <a:pt x="360" y="626"/>
                    <a:pt x="366" y="632"/>
                    <a:pt x="373" y="632"/>
                  </a:cubicBezTo>
                  <a:lnTo>
                    <a:pt x="589" y="632"/>
                  </a:lnTo>
                  <a:cubicBezTo>
                    <a:pt x="597" y="632"/>
                    <a:pt x="601" y="626"/>
                    <a:pt x="601" y="621"/>
                  </a:cubicBezTo>
                  <a:cubicBezTo>
                    <a:pt x="601" y="597"/>
                    <a:pt x="589" y="576"/>
                    <a:pt x="571" y="564"/>
                  </a:cubicBezTo>
                  <a:cubicBezTo>
                    <a:pt x="572" y="561"/>
                    <a:pt x="574" y="558"/>
                    <a:pt x="574" y="554"/>
                  </a:cubicBezTo>
                  <a:lnTo>
                    <a:pt x="574" y="534"/>
                  </a:lnTo>
                  <a:lnTo>
                    <a:pt x="608" y="534"/>
                  </a:lnTo>
                  <a:cubicBezTo>
                    <a:pt x="621" y="534"/>
                    <a:pt x="633" y="524"/>
                    <a:pt x="633" y="511"/>
                  </a:cubicBezTo>
                  <a:lnTo>
                    <a:pt x="633" y="423"/>
                  </a:lnTo>
                  <a:cubicBezTo>
                    <a:pt x="633" y="410"/>
                    <a:pt x="621" y="400"/>
                    <a:pt x="608" y="400"/>
                  </a:cubicBezTo>
                  <a:lnTo>
                    <a:pt x="574" y="400"/>
                  </a:lnTo>
                  <a:lnTo>
                    <a:pt x="574" y="379"/>
                  </a:lnTo>
                  <a:cubicBezTo>
                    <a:pt x="574" y="366"/>
                    <a:pt x="562" y="356"/>
                    <a:pt x="549" y="356"/>
                  </a:cubicBezTo>
                  <a:lnTo>
                    <a:pt x="542" y="356"/>
                  </a:lnTo>
                  <a:lnTo>
                    <a:pt x="542" y="212"/>
                  </a:lnTo>
                  <a:cubicBezTo>
                    <a:pt x="542" y="199"/>
                    <a:pt x="532" y="189"/>
                    <a:pt x="519" y="189"/>
                  </a:cubicBezTo>
                  <a:lnTo>
                    <a:pt x="498" y="189"/>
                  </a:lnTo>
                  <a:cubicBezTo>
                    <a:pt x="501" y="184"/>
                    <a:pt x="503" y="179"/>
                    <a:pt x="503" y="173"/>
                  </a:cubicBezTo>
                  <a:lnTo>
                    <a:pt x="503" y="74"/>
                  </a:lnTo>
                  <a:cubicBezTo>
                    <a:pt x="503" y="57"/>
                    <a:pt x="488" y="43"/>
                    <a:pt x="471" y="43"/>
                  </a:cubicBezTo>
                  <a:lnTo>
                    <a:pt x="423" y="43"/>
                  </a:lnTo>
                  <a:lnTo>
                    <a:pt x="423" y="40"/>
                  </a:lnTo>
                  <a:cubicBezTo>
                    <a:pt x="423" y="18"/>
                    <a:pt x="406" y="1"/>
                    <a:pt x="384" y="1"/>
                  </a:cubicBezTo>
                  <a:cubicBezTo>
                    <a:pt x="363" y="1"/>
                    <a:pt x="345" y="18"/>
                    <a:pt x="345" y="40"/>
                  </a:cubicBezTo>
                  <a:lnTo>
                    <a:pt x="345" y="82"/>
                  </a:lnTo>
                  <a:lnTo>
                    <a:pt x="288" y="82"/>
                  </a:lnTo>
                  <a:lnTo>
                    <a:pt x="288" y="40"/>
                  </a:lnTo>
                  <a:cubicBezTo>
                    <a:pt x="288" y="18"/>
                    <a:pt x="270" y="1"/>
                    <a:pt x="2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3"/>
            <p:cNvSpPr/>
            <p:nvPr/>
          </p:nvSpPr>
          <p:spPr>
            <a:xfrm>
              <a:off x="4203608" y="1801710"/>
              <a:ext cx="14211" cy="14211"/>
            </a:xfrm>
            <a:custGeom>
              <a:avLst/>
              <a:gdLst/>
              <a:ahLst/>
              <a:cxnLst/>
              <a:rect l="l" t="t" r="r" b="b"/>
              <a:pathLst>
                <a:path w="26" h="26" extrusionOk="0">
                  <a:moveTo>
                    <a:pt x="12" y="1"/>
                  </a:moveTo>
                  <a:cubicBezTo>
                    <a:pt x="10" y="1"/>
                    <a:pt x="7" y="2"/>
                    <a:pt x="4" y="5"/>
                  </a:cubicBezTo>
                  <a:cubicBezTo>
                    <a:pt x="1" y="6"/>
                    <a:pt x="1" y="9"/>
                    <a:pt x="1" y="14"/>
                  </a:cubicBezTo>
                  <a:cubicBezTo>
                    <a:pt x="1" y="16"/>
                    <a:pt x="1" y="19"/>
                    <a:pt x="4" y="22"/>
                  </a:cubicBezTo>
                  <a:cubicBezTo>
                    <a:pt x="7" y="24"/>
                    <a:pt x="10" y="25"/>
                    <a:pt x="12" y="25"/>
                  </a:cubicBezTo>
                  <a:cubicBezTo>
                    <a:pt x="15" y="25"/>
                    <a:pt x="20" y="24"/>
                    <a:pt x="21" y="22"/>
                  </a:cubicBezTo>
                  <a:cubicBezTo>
                    <a:pt x="24" y="19"/>
                    <a:pt x="25" y="16"/>
                    <a:pt x="25" y="14"/>
                  </a:cubicBezTo>
                  <a:cubicBezTo>
                    <a:pt x="25" y="9"/>
                    <a:pt x="24" y="6"/>
                    <a:pt x="21" y="5"/>
                  </a:cubicBezTo>
                  <a:cubicBezTo>
                    <a:pt x="20" y="2"/>
                    <a:pt x="15" y="1"/>
                    <a:pt x="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" name="Imagen 9" descr="Imagen que contiene tarjeta de presentación, texto, flor&#10;&#10;El contenido generado por inteligencia artificial puede ser incorrecto.">
            <a:extLst>
              <a:ext uri="{FF2B5EF4-FFF2-40B4-BE49-F238E27FC236}">
                <a16:creationId xmlns:a16="http://schemas.microsoft.com/office/drawing/2014/main" id="{C688F61B-B9F1-643F-83AD-3CB366BDD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900" y="1170582"/>
            <a:ext cx="6587766" cy="30058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1"/>
          <p:cNvSpPr txBox="1">
            <a:spLocks noGrp="1"/>
          </p:cNvSpPr>
          <p:nvPr>
            <p:ph type="title"/>
          </p:nvPr>
        </p:nvSpPr>
        <p:spPr>
          <a:xfrm>
            <a:off x="4184500" y="917375"/>
            <a:ext cx="4244400" cy="10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 dirty="0"/>
              <a:t>Web orria</a:t>
            </a:r>
            <a:endParaRPr sz="6600" dirty="0"/>
          </a:p>
        </p:txBody>
      </p:sp>
      <p:sp>
        <p:nvSpPr>
          <p:cNvPr id="284" name="Google Shape;284;p31"/>
          <p:cNvSpPr txBox="1">
            <a:spLocks noGrp="1"/>
          </p:cNvSpPr>
          <p:nvPr>
            <p:ph type="body" idx="1"/>
          </p:nvPr>
        </p:nvSpPr>
        <p:spPr>
          <a:xfrm>
            <a:off x="4184500" y="2019925"/>
            <a:ext cx="4244400" cy="22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err="1"/>
              <a:t>Gure</a:t>
            </a:r>
            <a:r>
              <a:rPr lang="es-ES" dirty="0"/>
              <a:t> </a:t>
            </a:r>
            <a:r>
              <a:rPr lang="es-ES" dirty="0" err="1"/>
              <a:t>instalazio</a:t>
            </a:r>
            <a:r>
              <a:rPr lang="es-ES" dirty="0"/>
              <a:t>, </a:t>
            </a:r>
            <a:r>
              <a:rPr lang="es-ES" dirty="0" err="1"/>
              <a:t>jarduera</a:t>
            </a:r>
            <a:r>
              <a:rPr lang="es-ES" dirty="0"/>
              <a:t>, </a:t>
            </a:r>
            <a:r>
              <a:rPr lang="es-ES" dirty="0" err="1"/>
              <a:t>ordutegi</a:t>
            </a:r>
            <a:r>
              <a:rPr lang="es-ES" dirty="0"/>
              <a:t>, </a:t>
            </a:r>
            <a:r>
              <a:rPr lang="es-ES" dirty="0" err="1"/>
              <a:t>iritzi</a:t>
            </a:r>
            <a:r>
              <a:rPr lang="es-ES" dirty="0"/>
              <a:t>,… </a:t>
            </a:r>
            <a:r>
              <a:rPr lang="es-ES" dirty="0" err="1"/>
              <a:t>modu</a:t>
            </a:r>
            <a:r>
              <a:rPr lang="es-ES" dirty="0"/>
              <a:t> </a:t>
            </a:r>
            <a:r>
              <a:rPr lang="es-ES" dirty="0" err="1"/>
              <a:t>erakargarri</a:t>
            </a:r>
            <a:r>
              <a:rPr lang="es-ES" dirty="0"/>
              <a:t> eta </a:t>
            </a:r>
            <a:r>
              <a:rPr lang="es-ES" dirty="0" err="1"/>
              <a:t>erabilterraz</a:t>
            </a:r>
            <a:r>
              <a:rPr lang="es-ES" dirty="0"/>
              <a:t> batean </a:t>
            </a:r>
            <a:r>
              <a:rPr lang="es-ES" dirty="0" err="1"/>
              <a:t>ikusi</a:t>
            </a:r>
            <a:r>
              <a:rPr lang="es-ES" dirty="0"/>
              <a:t> </a:t>
            </a:r>
            <a:r>
              <a:rPr lang="es-ES" dirty="0" err="1"/>
              <a:t>ahal</a:t>
            </a:r>
            <a:r>
              <a:rPr lang="es-ES" dirty="0"/>
              <a:t> </a:t>
            </a:r>
            <a:r>
              <a:rPr lang="es-ES" dirty="0" err="1"/>
              <a:t>izateko</a:t>
            </a:r>
            <a:r>
              <a:rPr lang="es-ES" dirty="0"/>
              <a:t>, web </a:t>
            </a:r>
            <a:r>
              <a:rPr lang="es-ES" dirty="0" err="1"/>
              <a:t>orri</a:t>
            </a:r>
            <a:r>
              <a:rPr lang="es-ES" dirty="0"/>
              <a:t> bat </a:t>
            </a:r>
            <a:r>
              <a:rPr lang="es-ES" dirty="0" err="1"/>
              <a:t>garatu</a:t>
            </a:r>
            <a:r>
              <a:rPr lang="es-ES" dirty="0"/>
              <a:t> </a:t>
            </a:r>
            <a:r>
              <a:rPr lang="es-ES" dirty="0" err="1"/>
              <a:t>dugu</a:t>
            </a:r>
            <a:r>
              <a:rPr lang="es-ES" dirty="0"/>
              <a:t>. Web </a:t>
            </a:r>
            <a:r>
              <a:rPr lang="es-ES" dirty="0" err="1"/>
              <a:t>orriak</a:t>
            </a:r>
            <a:r>
              <a:rPr lang="es-ES" dirty="0"/>
              <a:t> </a:t>
            </a:r>
            <a:r>
              <a:rPr lang="es-ES" dirty="0" err="1"/>
              <a:t>dituen</a:t>
            </a:r>
            <a:r>
              <a:rPr lang="es-ES" dirty="0"/>
              <a:t> </a:t>
            </a:r>
            <a:r>
              <a:rPr lang="es-ES" dirty="0" err="1"/>
              <a:t>funtzionalitate</a:t>
            </a:r>
            <a:r>
              <a:rPr lang="es-ES" dirty="0"/>
              <a:t> </a:t>
            </a:r>
            <a:r>
              <a:rPr lang="es-ES" dirty="0" err="1"/>
              <a:t>garrantzitsuenak</a:t>
            </a:r>
            <a:r>
              <a:rPr lang="es-ES" dirty="0"/>
              <a:t> </a:t>
            </a:r>
            <a:r>
              <a:rPr lang="es-ES" dirty="0" err="1"/>
              <a:t>honako</a:t>
            </a:r>
            <a:r>
              <a:rPr lang="es-ES" dirty="0"/>
              <a:t> </a:t>
            </a:r>
            <a:r>
              <a:rPr lang="es-ES" dirty="0" err="1"/>
              <a:t>hauek</a:t>
            </a:r>
            <a:r>
              <a:rPr lang="es-ES" dirty="0"/>
              <a:t> </a:t>
            </a:r>
            <a:r>
              <a:rPr lang="es-ES" dirty="0" err="1"/>
              <a:t>dira</a:t>
            </a:r>
            <a:r>
              <a:rPr lang="es-ES" dirty="0"/>
              <a:t>.</a:t>
            </a:r>
            <a:endParaRPr dirty="0"/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Font typeface="Noto Sans Light"/>
              <a:buChar char="●"/>
            </a:pPr>
            <a:r>
              <a:rPr lang="es-ES" dirty="0" err="1"/>
              <a:t>Iruzkinak</a:t>
            </a:r>
            <a:r>
              <a:rPr lang="es-ES" dirty="0"/>
              <a:t> </a:t>
            </a:r>
            <a:r>
              <a:rPr lang="es-ES" dirty="0" err="1"/>
              <a:t>idatzi</a:t>
            </a:r>
            <a:r>
              <a:rPr lang="es-ES" dirty="0"/>
              <a:t> eta </a:t>
            </a:r>
            <a:r>
              <a:rPr lang="es-ES" dirty="0" err="1"/>
              <a:t>irakurtzea</a:t>
            </a:r>
            <a:endParaRPr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Noto Sans Light"/>
              <a:buChar char="●"/>
            </a:pPr>
            <a:r>
              <a:rPr lang="es-ES" dirty="0" err="1"/>
              <a:t>Gure</a:t>
            </a:r>
            <a:r>
              <a:rPr lang="es-ES" dirty="0"/>
              <a:t> </a:t>
            </a:r>
            <a:r>
              <a:rPr lang="es-ES" dirty="0" err="1"/>
              <a:t>jardueren</a:t>
            </a:r>
            <a:r>
              <a:rPr lang="es-ES" dirty="0"/>
              <a:t> </a:t>
            </a:r>
            <a:r>
              <a:rPr lang="es-ES" dirty="0" err="1"/>
              <a:t>iraupena</a:t>
            </a:r>
            <a:r>
              <a:rPr lang="es-ES" dirty="0"/>
              <a:t> eta </a:t>
            </a:r>
            <a:r>
              <a:rPr lang="es-ES" dirty="0" err="1"/>
              <a:t>zailtasuna</a:t>
            </a:r>
            <a:r>
              <a:rPr lang="es-ES" dirty="0"/>
              <a:t> </a:t>
            </a:r>
            <a:r>
              <a:rPr lang="es-ES" dirty="0" err="1"/>
              <a:t>ikusi</a:t>
            </a:r>
            <a:r>
              <a:rPr lang="es-ES" dirty="0"/>
              <a:t> </a:t>
            </a:r>
            <a:r>
              <a:rPr lang="es-ES" dirty="0" err="1"/>
              <a:t>ahal</a:t>
            </a:r>
            <a:r>
              <a:rPr lang="es-ES" dirty="0"/>
              <a:t> </a:t>
            </a:r>
            <a:r>
              <a:rPr lang="es-ES" dirty="0" err="1"/>
              <a:t>izatea</a:t>
            </a:r>
            <a:endParaRPr lang="en-US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Noto Sans Light"/>
              <a:buChar char="●"/>
            </a:pPr>
            <a:r>
              <a:rPr lang="en-US" dirty="0"/>
              <a:t>Gure </a:t>
            </a:r>
            <a:r>
              <a:rPr lang="en-US" dirty="0" err="1"/>
              <a:t>instalazio</a:t>
            </a:r>
            <a:r>
              <a:rPr lang="en-US" dirty="0"/>
              <a:t> </a:t>
            </a:r>
            <a:r>
              <a:rPr lang="en-US" dirty="0" err="1"/>
              <a:t>guztien</a:t>
            </a:r>
            <a:r>
              <a:rPr lang="en-US" dirty="0"/>
              <a:t> </a:t>
            </a:r>
            <a:r>
              <a:rPr lang="en-US" dirty="0" err="1"/>
              <a:t>informazioa</a:t>
            </a:r>
            <a:r>
              <a:rPr lang="en-US" dirty="0"/>
              <a:t> </a:t>
            </a:r>
            <a:r>
              <a:rPr lang="en-US" dirty="0" err="1"/>
              <a:t>ikusi</a:t>
            </a:r>
            <a:r>
              <a:rPr lang="en-US" dirty="0"/>
              <a:t> </a:t>
            </a:r>
            <a:r>
              <a:rPr lang="en-US" dirty="0" err="1"/>
              <a:t>ahal</a:t>
            </a:r>
            <a:r>
              <a:rPr lang="en-US" dirty="0"/>
              <a:t> </a:t>
            </a:r>
            <a:r>
              <a:rPr lang="en-US" dirty="0" err="1"/>
              <a:t>izatea</a:t>
            </a:r>
            <a:endParaRPr lang="en-US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86" name="Google Shape;286;p31"/>
          <p:cNvGrpSpPr/>
          <p:nvPr/>
        </p:nvGrpSpPr>
        <p:grpSpPr>
          <a:xfrm rot="-485327">
            <a:off x="2934955" y="179691"/>
            <a:ext cx="827907" cy="710613"/>
            <a:chOff x="3122700" y="481200"/>
            <a:chExt cx="827950" cy="710650"/>
          </a:xfrm>
        </p:grpSpPr>
        <p:sp>
          <p:nvSpPr>
            <p:cNvPr id="287" name="Google Shape;287;p31"/>
            <p:cNvSpPr/>
            <p:nvPr/>
          </p:nvSpPr>
          <p:spPr>
            <a:xfrm>
              <a:off x="3122700" y="481200"/>
              <a:ext cx="804300" cy="690700"/>
            </a:xfrm>
            <a:custGeom>
              <a:avLst/>
              <a:gdLst/>
              <a:ahLst/>
              <a:cxnLst/>
              <a:rect l="l" t="t" r="r" b="b"/>
              <a:pathLst>
                <a:path w="32172" h="27628" extrusionOk="0">
                  <a:moveTo>
                    <a:pt x="1065" y="7579"/>
                  </a:moveTo>
                  <a:lnTo>
                    <a:pt x="26841" y="27627"/>
                  </a:lnTo>
                  <a:lnTo>
                    <a:pt x="27048" y="27359"/>
                  </a:lnTo>
                  <a:cubicBezTo>
                    <a:pt x="28138" y="27380"/>
                    <a:pt x="29553" y="26559"/>
                    <a:pt x="30639" y="25163"/>
                  </a:cubicBezTo>
                  <a:cubicBezTo>
                    <a:pt x="31724" y="23768"/>
                    <a:pt x="32171" y="22194"/>
                    <a:pt x="31882" y="21143"/>
                  </a:cubicBezTo>
                  <a:lnTo>
                    <a:pt x="32092" y="20875"/>
                  </a:lnTo>
                  <a:lnTo>
                    <a:pt x="6317" y="828"/>
                  </a:lnTo>
                  <a:cubicBezTo>
                    <a:pt x="5253" y="0"/>
                    <a:pt x="3214" y="840"/>
                    <a:pt x="1764" y="2705"/>
                  </a:cubicBezTo>
                  <a:cubicBezTo>
                    <a:pt x="314" y="4569"/>
                    <a:pt x="1" y="6751"/>
                    <a:pt x="1065" y="757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3766125" y="981625"/>
              <a:ext cx="184525" cy="210225"/>
            </a:xfrm>
            <a:custGeom>
              <a:avLst/>
              <a:gdLst/>
              <a:ahLst/>
              <a:cxnLst/>
              <a:rect l="l" t="t" r="r" b="b"/>
              <a:pathLst>
                <a:path w="7381" h="8409" extrusionOk="0">
                  <a:moveTo>
                    <a:pt x="1764" y="2705"/>
                  </a:moveTo>
                  <a:cubicBezTo>
                    <a:pt x="3214" y="842"/>
                    <a:pt x="5251" y="0"/>
                    <a:pt x="6317" y="828"/>
                  </a:cubicBezTo>
                  <a:cubicBezTo>
                    <a:pt x="7381" y="1656"/>
                    <a:pt x="7068" y="3839"/>
                    <a:pt x="5617" y="5704"/>
                  </a:cubicBezTo>
                  <a:cubicBezTo>
                    <a:pt x="4167" y="7567"/>
                    <a:pt x="2128" y="8408"/>
                    <a:pt x="1064" y="7581"/>
                  </a:cubicBezTo>
                  <a:cubicBezTo>
                    <a:pt x="0" y="6753"/>
                    <a:pt x="314" y="4570"/>
                    <a:pt x="1764" y="270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9" name="Google Shape;289;p31"/>
          <p:cNvGrpSpPr/>
          <p:nvPr/>
        </p:nvGrpSpPr>
        <p:grpSpPr>
          <a:xfrm rot="4446582" flipH="1">
            <a:off x="230828" y="4677821"/>
            <a:ext cx="827961" cy="710659"/>
            <a:chOff x="3122700" y="481200"/>
            <a:chExt cx="827950" cy="710650"/>
          </a:xfrm>
        </p:grpSpPr>
        <p:sp>
          <p:nvSpPr>
            <p:cNvPr id="290" name="Google Shape;290;p31"/>
            <p:cNvSpPr/>
            <p:nvPr/>
          </p:nvSpPr>
          <p:spPr>
            <a:xfrm>
              <a:off x="3122700" y="481200"/>
              <a:ext cx="804300" cy="690700"/>
            </a:xfrm>
            <a:custGeom>
              <a:avLst/>
              <a:gdLst/>
              <a:ahLst/>
              <a:cxnLst/>
              <a:rect l="l" t="t" r="r" b="b"/>
              <a:pathLst>
                <a:path w="32172" h="27628" extrusionOk="0">
                  <a:moveTo>
                    <a:pt x="1065" y="7579"/>
                  </a:moveTo>
                  <a:lnTo>
                    <a:pt x="26841" y="27627"/>
                  </a:lnTo>
                  <a:lnTo>
                    <a:pt x="27048" y="27359"/>
                  </a:lnTo>
                  <a:cubicBezTo>
                    <a:pt x="28138" y="27380"/>
                    <a:pt x="29553" y="26559"/>
                    <a:pt x="30639" y="25163"/>
                  </a:cubicBezTo>
                  <a:cubicBezTo>
                    <a:pt x="31724" y="23768"/>
                    <a:pt x="32171" y="22194"/>
                    <a:pt x="31882" y="21143"/>
                  </a:cubicBezTo>
                  <a:lnTo>
                    <a:pt x="32092" y="20875"/>
                  </a:lnTo>
                  <a:lnTo>
                    <a:pt x="6317" y="828"/>
                  </a:lnTo>
                  <a:cubicBezTo>
                    <a:pt x="5253" y="0"/>
                    <a:pt x="3214" y="840"/>
                    <a:pt x="1764" y="2705"/>
                  </a:cubicBezTo>
                  <a:cubicBezTo>
                    <a:pt x="314" y="4569"/>
                    <a:pt x="1" y="6751"/>
                    <a:pt x="1065" y="75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3766125" y="981625"/>
              <a:ext cx="184525" cy="210225"/>
            </a:xfrm>
            <a:custGeom>
              <a:avLst/>
              <a:gdLst/>
              <a:ahLst/>
              <a:cxnLst/>
              <a:rect l="l" t="t" r="r" b="b"/>
              <a:pathLst>
                <a:path w="7381" h="8409" extrusionOk="0">
                  <a:moveTo>
                    <a:pt x="1764" y="2705"/>
                  </a:moveTo>
                  <a:cubicBezTo>
                    <a:pt x="3214" y="842"/>
                    <a:pt x="5251" y="0"/>
                    <a:pt x="6317" y="828"/>
                  </a:cubicBezTo>
                  <a:cubicBezTo>
                    <a:pt x="7381" y="1656"/>
                    <a:pt x="7068" y="3839"/>
                    <a:pt x="5617" y="5704"/>
                  </a:cubicBezTo>
                  <a:cubicBezTo>
                    <a:pt x="4167" y="7567"/>
                    <a:pt x="2128" y="8408"/>
                    <a:pt x="1064" y="7581"/>
                  </a:cubicBezTo>
                  <a:cubicBezTo>
                    <a:pt x="0" y="6753"/>
                    <a:pt x="314" y="4570"/>
                    <a:pt x="1764" y="27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9" name="Marcador de posición de imagen 8" descr="Interfaz de usuario gráfica, Sitio web&#10;&#10;El contenido generado por IA puede ser incorrecto.">
            <a:extLst>
              <a:ext uri="{FF2B5EF4-FFF2-40B4-BE49-F238E27FC236}">
                <a16:creationId xmlns:a16="http://schemas.microsoft.com/office/drawing/2014/main" id="{E4CE1D9F-C1B8-660F-724E-52C0F68830B1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7345" r="7345"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2" name="Picture 6">
            <a:extLst>
              <a:ext uri="{FF2B5EF4-FFF2-40B4-BE49-F238E27FC236}">
                <a16:creationId xmlns:a16="http://schemas.microsoft.com/office/drawing/2014/main" id="{87CE6831-D2FE-C0B5-BF9C-85DF1B4AA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893" y="2898154"/>
            <a:ext cx="3405107" cy="2030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9" name="Google Shape;359;p34"/>
          <p:cNvSpPr txBox="1">
            <a:spLocks noGrp="1"/>
          </p:cNvSpPr>
          <p:nvPr>
            <p:ph type="title"/>
          </p:nvPr>
        </p:nvSpPr>
        <p:spPr>
          <a:xfrm>
            <a:off x="720000" y="-5431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Java programa</a:t>
            </a:r>
            <a:endParaRPr dirty="0"/>
          </a:p>
        </p:txBody>
      </p:sp>
      <p:sp>
        <p:nvSpPr>
          <p:cNvPr id="14" name="Google Shape;392;p35">
            <a:extLst>
              <a:ext uri="{FF2B5EF4-FFF2-40B4-BE49-F238E27FC236}">
                <a16:creationId xmlns:a16="http://schemas.microsoft.com/office/drawing/2014/main" id="{1B165BF8-5BB1-F22D-FB24-D8E2A89F4A6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2285" y="281939"/>
            <a:ext cx="3410700" cy="5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Editatu/Ezabatu</a:t>
            </a:r>
            <a:endParaRPr dirty="0"/>
          </a:p>
        </p:txBody>
      </p:sp>
      <p:sp>
        <p:nvSpPr>
          <p:cNvPr id="15" name="Google Shape;393;p35">
            <a:extLst>
              <a:ext uri="{FF2B5EF4-FFF2-40B4-BE49-F238E27FC236}">
                <a16:creationId xmlns:a16="http://schemas.microsoft.com/office/drawing/2014/main" id="{19B4A32C-EC30-93FC-B833-4FA95DF0DE4F}"/>
              </a:ext>
            </a:extLst>
          </p:cNvPr>
          <p:cNvSpPr txBox="1">
            <a:spLocks/>
          </p:cNvSpPr>
          <p:nvPr/>
        </p:nvSpPr>
        <p:spPr>
          <a:xfrm>
            <a:off x="670575" y="2635204"/>
            <a:ext cx="3410700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 i="0" u="none" strike="noStrike" cap="non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s-ES" dirty="0" err="1"/>
              <a:t>Login</a:t>
            </a:r>
            <a:endParaRPr lang="es-E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D04BFC0-AB5A-97FA-56D6-25FF2FD923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169" y="591762"/>
            <a:ext cx="3405106" cy="2043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122305CC-BD0E-CE9A-1069-193B28B994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6609" y="594126"/>
            <a:ext cx="3405106" cy="2058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Google Shape;392;p35">
            <a:extLst>
              <a:ext uri="{FF2B5EF4-FFF2-40B4-BE49-F238E27FC236}">
                <a16:creationId xmlns:a16="http://schemas.microsoft.com/office/drawing/2014/main" id="{C7CB82E7-DAC5-CCFE-1F76-B6C3E4863874}"/>
              </a:ext>
            </a:extLst>
          </p:cNvPr>
          <p:cNvSpPr txBox="1">
            <a:spLocks/>
          </p:cNvSpPr>
          <p:nvPr/>
        </p:nvSpPr>
        <p:spPr>
          <a:xfrm>
            <a:off x="4895370" y="279922"/>
            <a:ext cx="3410700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 i="0" u="none" strike="noStrike" cap="non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s-ES" dirty="0" err="1"/>
              <a:t>Insert</a:t>
            </a:r>
            <a:endParaRPr lang="es-ES" dirty="0"/>
          </a:p>
        </p:txBody>
      </p:sp>
      <p:sp>
        <p:nvSpPr>
          <p:cNvPr id="23" name="Google Shape;392;p35">
            <a:extLst>
              <a:ext uri="{FF2B5EF4-FFF2-40B4-BE49-F238E27FC236}">
                <a16:creationId xmlns:a16="http://schemas.microsoft.com/office/drawing/2014/main" id="{9FD3BE11-D746-30DE-6AD1-83151513690B}"/>
              </a:ext>
            </a:extLst>
          </p:cNvPr>
          <p:cNvSpPr txBox="1">
            <a:spLocks/>
          </p:cNvSpPr>
          <p:nvPr/>
        </p:nvSpPr>
        <p:spPr>
          <a:xfrm>
            <a:off x="5003252" y="2635204"/>
            <a:ext cx="3410700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 i="0" u="none" strike="noStrike" cap="non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s-ES" dirty="0" err="1"/>
              <a:t>Ikusi</a:t>
            </a:r>
            <a:endParaRPr lang="es-ES" dirty="0"/>
          </a:p>
        </p:txBody>
      </p:sp>
      <p:pic>
        <p:nvPicPr>
          <p:cNvPr id="4104" name="Picture 8">
            <a:extLst>
              <a:ext uri="{FF2B5EF4-FFF2-40B4-BE49-F238E27FC236}">
                <a16:creationId xmlns:a16="http://schemas.microsoft.com/office/drawing/2014/main" id="{BF70DDC3-982B-12FF-FB58-5B086FEAB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75" y="2995976"/>
            <a:ext cx="3410700" cy="2055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5"/>
          <p:cNvSpPr txBox="1">
            <a:spLocks noGrp="1"/>
          </p:cNvSpPr>
          <p:nvPr>
            <p:ph type="title"/>
          </p:nvPr>
        </p:nvSpPr>
        <p:spPr>
          <a:xfrm>
            <a:off x="720000" y="4264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C# programa</a:t>
            </a:r>
            <a:endParaRPr dirty="0"/>
          </a:p>
        </p:txBody>
      </p:sp>
      <p:sp>
        <p:nvSpPr>
          <p:cNvPr id="392" name="Google Shape;392;p35"/>
          <p:cNvSpPr txBox="1">
            <a:spLocks noGrp="1"/>
          </p:cNvSpPr>
          <p:nvPr>
            <p:ph type="subTitle" idx="1"/>
          </p:nvPr>
        </p:nvSpPr>
        <p:spPr>
          <a:xfrm>
            <a:off x="775395" y="505658"/>
            <a:ext cx="3410700" cy="5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Egin</a:t>
            </a:r>
            <a:endParaRPr dirty="0"/>
          </a:p>
        </p:txBody>
      </p:sp>
      <p:sp>
        <p:nvSpPr>
          <p:cNvPr id="393" name="Google Shape;393;p35"/>
          <p:cNvSpPr txBox="1">
            <a:spLocks noGrp="1"/>
          </p:cNvSpPr>
          <p:nvPr>
            <p:ph type="subTitle" idx="6"/>
          </p:nvPr>
        </p:nvSpPr>
        <p:spPr>
          <a:xfrm>
            <a:off x="802038" y="2655876"/>
            <a:ext cx="3410700" cy="5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Ezabatu</a:t>
            </a:r>
            <a:endParaRPr dirty="0"/>
          </a:p>
        </p:txBody>
      </p:sp>
      <p:sp>
        <p:nvSpPr>
          <p:cNvPr id="394" name="Google Shape;394;p35"/>
          <p:cNvSpPr txBox="1">
            <a:spLocks noGrp="1"/>
          </p:cNvSpPr>
          <p:nvPr>
            <p:ph type="subTitle" idx="7"/>
          </p:nvPr>
        </p:nvSpPr>
        <p:spPr>
          <a:xfrm>
            <a:off x="5005086" y="505658"/>
            <a:ext cx="3410700" cy="5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Editatu</a:t>
            </a:r>
            <a:endParaRPr dirty="0"/>
          </a:p>
        </p:txBody>
      </p:sp>
      <p:sp>
        <p:nvSpPr>
          <p:cNvPr id="395" name="Google Shape;395;p35"/>
          <p:cNvSpPr txBox="1">
            <a:spLocks noGrp="1"/>
          </p:cNvSpPr>
          <p:nvPr>
            <p:ph type="subTitle" idx="8"/>
          </p:nvPr>
        </p:nvSpPr>
        <p:spPr>
          <a:xfrm>
            <a:off x="5013300" y="2603207"/>
            <a:ext cx="3410700" cy="5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Ikusi</a:t>
            </a:r>
            <a:endParaRPr dirty="0"/>
          </a:p>
        </p:txBody>
      </p:sp>
      <p:grpSp>
        <p:nvGrpSpPr>
          <p:cNvPr id="396" name="Google Shape;396;p35"/>
          <p:cNvGrpSpPr/>
          <p:nvPr/>
        </p:nvGrpSpPr>
        <p:grpSpPr>
          <a:xfrm rot="-485327">
            <a:off x="8014943" y="151328"/>
            <a:ext cx="827907" cy="710613"/>
            <a:chOff x="3122700" y="481200"/>
            <a:chExt cx="827950" cy="710650"/>
          </a:xfrm>
        </p:grpSpPr>
        <p:sp>
          <p:nvSpPr>
            <p:cNvPr id="397" name="Google Shape;397;p35"/>
            <p:cNvSpPr/>
            <p:nvPr/>
          </p:nvSpPr>
          <p:spPr>
            <a:xfrm>
              <a:off x="3122700" y="481200"/>
              <a:ext cx="804300" cy="690700"/>
            </a:xfrm>
            <a:custGeom>
              <a:avLst/>
              <a:gdLst/>
              <a:ahLst/>
              <a:cxnLst/>
              <a:rect l="l" t="t" r="r" b="b"/>
              <a:pathLst>
                <a:path w="32172" h="27628" extrusionOk="0">
                  <a:moveTo>
                    <a:pt x="1065" y="7579"/>
                  </a:moveTo>
                  <a:lnTo>
                    <a:pt x="26841" y="27627"/>
                  </a:lnTo>
                  <a:lnTo>
                    <a:pt x="27048" y="27359"/>
                  </a:lnTo>
                  <a:cubicBezTo>
                    <a:pt x="28138" y="27380"/>
                    <a:pt x="29553" y="26559"/>
                    <a:pt x="30639" y="25163"/>
                  </a:cubicBezTo>
                  <a:cubicBezTo>
                    <a:pt x="31724" y="23768"/>
                    <a:pt x="32171" y="22194"/>
                    <a:pt x="31882" y="21143"/>
                  </a:cubicBezTo>
                  <a:lnTo>
                    <a:pt x="32092" y="20875"/>
                  </a:lnTo>
                  <a:lnTo>
                    <a:pt x="6317" y="828"/>
                  </a:lnTo>
                  <a:cubicBezTo>
                    <a:pt x="5253" y="0"/>
                    <a:pt x="3214" y="840"/>
                    <a:pt x="1764" y="2705"/>
                  </a:cubicBezTo>
                  <a:cubicBezTo>
                    <a:pt x="314" y="4569"/>
                    <a:pt x="1" y="6751"/>
                    <a:pt x="1065" y="757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35"/>
            <p:cNvSpPr/>
            <p:nvPr/>
          </p:nvSpPr>
          <p:spPr>
            <a:xfrm>
              <a:off x="3766125" y="981625"/>
              <a:ext cx="184525" cy="210225"/>
            </a:xfrm>
            <a:custGeom>
              <a:avLst/>
              <a:gdLst/>
              <a:ahLst/>
              <a:cxnLst/>
              <a:rect l="l" t="t" r="r" b="b"/>
              <a:pathLst>
                <a:path w="7381" h="8409" extrusionOk="0">
                  <a:moveTo>
                    <a:pt x="1764" y="2705"/>
                  </a:moveTo>
                  <a:cubicBezTo>
                    <a:pt x="3214" y="842"/>
                    <a:pt x="5251" y="0"/>
                    <a:pt x="6317" y="828"/>
                  </a:cubicBezTo>
                  <a:cubicBezTo>
                    <a:pt x="7381" y="1656"/>
                    <a:pt x="7068" y="3839"/>
                    <a:pt x="5617" y="5704"/>
                  </a:cubicBezTo>
                  <a:cubicBezTo>
                    <a:pt x="4167" y="7567"/>
                    <a:pt x="2128" y="8408"/>
                    <a:pt x="1064" y="7581"/>
                  </a:cubicBezTo>
                  <a:cubicBezTo>
                    <a:pt x="0" y="6753"/>
                    <a:pt x="314" y="4570"/>
                    <a:pt x="1764" y="27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" name="Imagen 10">
            <a:extLst>
              <a:ext uri="{FF2B5EF4-FFF2-40B4-BE49-F238E27FC236}">
                <a16:creationId xmlns:a16="http://schemas.microsoft.com/office/drawing/2014/main" id="{534DC77B-2701-A8B7-A219-6F5ED76BC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272" y="878792"/>
            <a:ext cx="3346229" cy="1777084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BC02809F-2F6B-4555-51BA-49D0DE94BA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395" y="3018413"/>
            <a:ext cx="3405106" cy="1787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57208EA8-BA68-DCB2-4526-873F4A221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0209" y="2923672"/>
            <a:ext cx="3376882" cy="1777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F0AF7DA9-21AB-FEF6-0DD0-D5B387C13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004" y="878792"/>
            <a:ext cx="3405106" cy="1787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>
          <a:extLst>
            <a:ext uri="{FF2B5EF4-FFF2-40B4-BE49-F238E27FC236}">
              <a16:creationId xmlns:a16="http://schemas.microsoft.com/office/drawing/2014/main" id="{96708EB6-52CC-2552-ADC0-FBBD4D091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4">
            <a:extLst>
              <a:ext uri="{FF2B5EF4-FFF2-40B4-BE49-F238E27FC236}">
                <a16:creationId xmlns:a16="http://schemas.microsoft.com/office/drawing/2014/main" id="{D58D5254-C7F9-EB6F-79C2-658D32740E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7214" y="42153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Datu basea</a:t>
            </a:r>
            <a:endParaRPr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D776F46-B111-0152-4A12-747D553CF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64" y="1691850"/>
            <a:ext cx="3849574" cy="1891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6702413B-9185-87B1-F40A-6A8746C40D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9001" y="1691850"/>
            <a:ext cx="3133725" cy="202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Google Shape;392;p35">
            <a:extLst>
              <a:ext uri="{FF2B5EF4-FFF2-40B4-BE49-F238E27FC236}">
                <a16:creationId xmlns:a16="http://schemas.microsoft.com/office/drawing/2014/main" id="{252B80A8-29A4-3400-E0C4-14170A89844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9998" y="1226770"/>
            <a:ext cx="3410700" cy="5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Erreserba</a:t>
            </a:r>
            <a:endParaRPr dirty="0"/>
          </a:p>
        </p:txBody>
      </p:sp>
      <p:sp>
        <p:nvSpPr>
          <p:cNvPr id="15" name="Google Shape;392;p35">
            <a:extLst>
              <a:ext uri="{FF2B5EF4-FFF2-40B4-BE49-F238E27FC236}">
                <a16:creationId xmlns:a16="http://schemas.microsoft.com/office/drawing/2014/main" id="{86D191CC-4437-B946-3EBC-FF93E924099E}"/>
              </a:ext>
            </a:extLst>
          </p:cNvPr>
          <p:cNvSpPr txBox="1">
            <a:spLocks/>
          </p:cNvSpPr>
          <p:nvPr/>
        </p:nvSpPr>
        <p:spPr>
          <a:xfrm>
            <a:off x="4970514" y="1226770"/>
            <a:ext cx="3410700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 i="0" u="none" strike="noStrike" cap="non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s-ES" dirty="0" err="1"/>
              <a:t>Sarrera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88367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6"/>
          <p:cNvSpPr txBox="1">
            <a:spLocks noGrp="1"/>
          </p:cNvSpPr>
          <p:nvPr>
            <p:ph type="subTitle" idx="7"/>
          </p:nvPr>
        </p:nvSpPr>
        <p:spPr>
          <a:xfrm>
            <a:off x="282725" y="1797369"/>
            <a:ext cx="2459100" cy="5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Web</a:t>
            </a:r>
            <a:endParaRPr sz="4000" dirty="0"/>
          </a:p>
        </p:txBody>
      </p:sp>
      <p:sp>
        <p:nvSpPr>
          <p:cNvPr id="407" name="Google Shape;407;p36"/>
          <p:cNvSpPr txBox="1">
            <a:spLocks noGrp="1"/>
          </p:cNvSpPr>
          <p:nvPr>
            <p:ph type="subTitle" idx="8"/>
          </p:nvPr>
        </p:nvSpPr>
        <p:spPr>
          <a:xfrm>
            <a:off x="3179395" y="1735819"/>
            <a:ext cx="2459100" cy="5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Java</a:t>
            </a:r>
            <a:endParaRPr sz="4000" dirty="0"/>
          </a:p>
        </p:txBody>
      </p:sp>
      <p:sp>
        <p:nvSpPr>
          <p:cNvPr id="408" name="Google Shape;408;p36"/>
          <p:cNvSpPr txBox="1">
            <a:spLocks noGrp="1"/>
          </p:cNvSpPr>
          <p:nvPr>
            <p:ph type="subTitle" idx="9"/>
          </p:nvPr>
        </p:nvSpPr>
        <p:spPr>
          <a:xfrm>
            <a:off x="6076065" y="1791904"/>
            <a:ext cx="2459700" cy="5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C#</a:t>
            </a:r>
            <a:endParaRPr sz="4000" dirty="0"/>
          </a:p>
        </p:txBody>
      </p:sp>
      <p:sp>
        <p:nvSpPr>
          <p:cNvPr id="409" name="Google Shape;409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/>
              <a:t>Hobekuntzak</a:t>
            </a:r>
            <a:endParaRPr sz="6000" dirty="0"/>
          </a:p>
        </p:txBody>
      </p:sp>
      <p:sp>
        <p:nvSpPr>
          <p:cNvPr id="410" name="Google Shape;410;p36"/>
          <p:cNvSpPr txBox="1">
            <a:spLocks noGrp="1"/>
          </p:cNvSpPr>
          <p:nvPr>
            <p:ph type="subTitle" idx="1"/>
          </p:nvPr>
        </p:nvSpPr>
        <p:spPr>
          <a:xfrm>
            <a:off x="125640" y="2225325"/>
            <a:ext cx="2889909" cy="9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/>
              <a:t>·</a:t>
            </a:r>
            <a:r>
              <a:rPr lang="es-ES" sz="2400" dirty="0" err="1"/>
              <a:t>Erreserbak</a:t>
            </a:r>
            <a:r>
              <a:rPr lang="es-ES" sz="2400" dirty="0"/>
              <a:t> </a:t>
            </a:r>
            <a:r>
              <a:rPr lang="es-ES" sz="2400" dirty="0" err="1"/>
              <a:t>egin</a:t>
            </a:r>
            <a:r>
              <a:rPr lang="es-ES" sz="2400" dirty="0"/>
              <a:t> </a:t>
            </a:r>
            <a:r>
              <a:rPr lang="es-ES" sz="2400" dirty="0" err="1"/>
              <a:t>ahal</a:t>
            </a:r>
            <a:r>
              <a:rPr lang="es-ES" sz="2400" dirty="0"/>
              <a:t> </a:t>
            </a:r>
            <a:r>
              <a:rPr lang="es-ES" sz="2400" dirty="0" err="1"/>
              <a:t>izatea</a:t>
            </a:r>
            <a:endParaRPr lang="es-ES"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/>
              <a:t>·</a:t>
            </a:r>
            <a:r>
              <a:rPr lang="es-ES" sz="2400" dirty="0" err="1"/>
              <a:t>Login</a:t>
            </a:r>
            <a:r>
              <a:rPr lang="es-ES" sz="2400" dirty="0"/>
              <a:t> bat </a:t>
            </a:r>
            <a:r>
              <a:rPr lang="es-ES" sz="2400" dirty="0" err="1"/>
              <a:t>garatzea</a:t>
            </a:r>
            <a:endParaRPr sz="2400" dirty="0"/>
          </a:p>
        </p:txBody>
      </p:sp>
      <p:sp>
        <p:nvSpPr>
          <p:cNvPr id="413" name="Google Shape;413;p36"/>
          <p:cNvSpPr txBox="1">
            <a:spLocks noGrp="1"/>
          </p:cNvSpPr>
          <p:nvPr>
            <p:ph type="subTitle" idx="2"/>
          </p:nvPr>
        </p:nvSpPr>
        <p:spPr>
          <a:xfrm>
            <a:off x="3067936" y="2231029"/>
            <a:ext cx="2852292" cy="9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/>
              <a:t>·</a:t>
            </a:r>
            <a:r>
              <a:rPr lang="es-ES" sz="2400" dirty="0" err="1"/>
              <a:t>Interfazea</a:t>
            </a:r>
            <a:r>
              <a:rPr lang="es-ES" sz="2400" dirty="0"/>
              <a:t> </a:t>
            </a:r>
            <a:r>
              <a:rPr lang="es-ES" sz="2400" dirty="0" err="1"/>
              <a:t>hobetzea</a:t>
            </a:r>
            <a:endParaRPr lang="es-ES"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/>
              <a:t>·</a:t>
            </a:r>
            <a:r>
              <a:rPr lang="es-ES" sz="2400" dirty="0" err="1"/>
              <a:t>Funtzionalitate</a:t>
            </a:r>
            <a:r>
              <a:rPr lang="es-ES" sz="2400" dirty="0"/>
              <a:t> </a:t>
            </a:r>
            <a:r>
              <a:rPr lang="es-ES" sz="2400" dirty="0" err="1"/>
              <a:t>berriak</a:t>
            </a:r>
            <a:r>
              <a:rPr lang="es-ES" sz="2400" dirty="0"/>
              <a:t> </a:t>
            </a:r>
            <a:r>
              <a:rPr lang="es-ES" sz="2400" dirty="0" err="1"/>
              <a:t>garatzea</a:t>
            </a:r>
            <a:endParaRPr sz="2400" dirty="0"/>
          </a:p>
        </p:txBody>
      </p:sp>
      <p:sp>
        <p:nvSpPr>
          <p:cNvPr id="414" name="Google Shape;414;p36"/>
          <p:cNvSpPr txBox="1">
            <a:spLocks noGrp="1"/>
          </p:cNvSpPr>
          <p:nvPr>
            <p:ph type="subTitle" idx="3"/>
          </p:nvPr>
        </p:nvSpPr>
        <p:spPr>
          <a:xfrm>
            <a:off x="5879769" y="2297738"/>
            <a:ext cx="2852292" cy="9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/>
              <a:t>·</a:t>
            </a:r>
            <a:r>
              <a:rPr lang="es-ES" sz="2400" dirty="0" err="1"/>
              <a:t>Interfazea</a:t>
            </a:r>
            <a:r>
              <a:rPr lang="es-ES" sz="2400" dirty="0"/>
              <a:t> </a:t>
            </a:r>
            <a:r>
              <a:rPr lang="es-ES" sz="2400" dirty="0" err="1"/>
              <a:t>hobetzea</a:t>
            </a:r>
            <a:endParaRPr lang="es-ES"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/>
              <a:t>·</a:t>
            </a:r>
            <a:r>
              <a:rPr lang="es-ES" sz="2400" dirty="0" err="1"/>
              <a:t>Funtzionalitate</a:t>
            </a:r>
            <a:r>
              <a:rPr lang="es-ES" sz="2400" dirty="0"/>
              <a:t> </a:t>
            </a:r>
            <a:r>
              <a:rPr lang="es-ES" sz="2400" dirty="0" err="1"/>
              <a:t>berriak</a:t>
            </a:r>
            <a:r>
              <a:rPr lang="es-ES" sz="2400" dirty="0"/>
              <a:t> </a:t>
            </a:r>
            <a:r>
              <a:rPr lang="es-ES" sz="2400" dirty="0" err="1"/>
              <a:t>garatzea</a:t>
            </a:r>
            <a:endParaRPr sz="2400" dirty="0"/>
          </a:p>
        </p:txBody>
      </p:sp>
      <p:grpSp>
        <p:nvGrpSpPr>
          <p:cNvPr id="416" name="Google Shape;416;p36"/>
          <p:cNvGrpSpPr/>
          <p:nvPr/>
        </p:nvGrpSpPr>
        <p:grpSpPr>
          <a:xfrm>
            <a:off x="220550" y="233300"/>
            <a:ext cx="895986" cy="996140"/>
            <a:chOff x="2594600" y="1464100"/>
            <a:chExt cx="895986" cy="996140"/>
          </a:xfrm>
        </p:grpSpPr>
        <p:sp>
          <p:nvSpPr>
            <p:cNvPr id="417" name="Google Shape;417;p36"/>
            <p:cNvSpPr/>
            <p:nvPr/>
          </p:nvSpPr>
          <p:spPr>
            <a:xfrm>
              <a:off x="3263541" y="1464100"/>
              <a:ext cx="227045" cy="227017"/>
            </a:xfrm>
            <a:custGeom>
              <a:avLst/>
              <a:gdLst/>
              <a:ahLst/>
              <a:cxnLst/>
              <a:rect l="l" t="t" r="r" b="b"/>
              <a:pathLst>
                <a:path w="7876" h="7875" fill="none" extrusionOk="0">
                  <a:moveTo>
                    <a:pt x="7875" y="3937"/>
                  </a:moveTo>
                  <a:cubicBezTo>
                    <a:pt x="7875" y="6111"/>
                    <a:pt x="6112" y="7875"/>
                    <a:pt x="3938" y="7875"/>
                  </a:cubicBezTo>
                  <a:cubicBezTo>
                    <a:pt x="1764" y="7875"/>
                    <a:pt x="1" y="6111"/>
                    <a:pt x="1" y="3937"/>
                  </a:cubicBezTo>
                  <a:cubicBezTo>
                    <a:pt x="1" y="1762"/>
                    <a:pt x="1764" y="0"/>
                    <a:pt x="3938" y="0"/>
                  </a:cubicBezTo>
                  <a:cubicBezTo>
                    <a:pt x="6112" y="0"/>
                    <a:pt x="7875" y="1762"/>
                    <a:pt x="7875" y="3937"/>
                  </a:cubicBezTo>
                  <a:close/>
                </a:path>
              </a:pathLst>
            </a:custGeom>
            <a:noFill/>
            <a:ln w="16650" cap="flat" cmpd="sng">
              <a:solidFill>
                <a:schemeClr val="accent2"/>
              </a:solidFill>
              <a:prstDash val="solid"/>
              <a:miter lim="13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6"/>
            <p:cNvSpPr/>
            <p:nvPr/>
          </p:nvSpPr>
          <p:spPr>
            <a:xfrm>
              <a:off x="3235202" y="1567912"/>
              <a:ext cx="160800" cy="177433"/>
            </a:xfrm>
            <a:custGeom>
              <a:avLst/>
              <a:gdLst/>
              <a:ahLst/>
              <a:cxnLst/>
              <a:rect l="l" t="t" r="r" b="b"/>
              <a:pathLst>
                <a:path w="5578" h="6155" extrusionOk="0">
                  <a:moveTo>
                    <a:pt x="2000" y="6155"/>
                  </a:moveTo>
                  <a:lnTo>
                    <a:pt x="1" y="4599"/>
                  </a:lnTo>
                  <a:lnTo>
                    <a:pt x="3577" y="0"/>
                  </a:lnTo>
                  <a:lnTo>
                    <a:pt x="5577" y="15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6"/>
            <p:cNvSpPr/>
            <p:nvPr/>
          </p:nvSpPr>
          <p:spPr>
            <a:xfrm>
              <a:off x="3287728" y="1546262"/>
              <a:ext cx="133442" cy="120816"/>
            </a:xfrm>
            <a:custGeom>
              <a:avLst/>
              <a:gdLst/>
              <a:ahLst/>
              <a:cxnLst/>
              <a:rect l="l" t="t" r="r" b="b"/>
              <a:pathLst>
                <a:path w="4629" h="4191" extrusionOk="0">
                  <a:moveTo>
                    <a:pt x="3415" y="4165"/>
                  </a:moveTo>
                  <a:lnTo>
                    <a:pt x="38" y="1538"/>
                  </a:lnTo>
                  <a:cubicBezTo>
                    <a:pt x="5" y="1514"/>
                    <a:pt x="0" y="1468"/>
                    <a:pt x="26" y="1436"/>
                  </a:cubicBezTo>
                  <a:lnTo>
                    <a:pt x="1113" y="38"/>
                  </a:lnTo>
                  <a:cubicBezTo>
                    <a:pt x="1137" y="7"/>
                    <a:pt x="1183" y="1"/>
                    <a:pt x="1215" y="26"/>
                  </a:cubicBezTo>
                  <a:lnTo>
                    <a:pt x="4591" y="2652"/>
                  </a:lnTo>
                  <a:cubicBezTo>
                    <a:pt x="4623" y="2677"/>
                    <a:pt x="4629" y="2723"/>
                    <a:pt x="4604" y="2755"/>
                  </a:cubicBezTo>
                  <a:lnTo>
                    <a:pt x="3517" y="4152"/>
                  </a:lnTo>
                  <a:cubicBezTo>
                    <a:pt x="3492" y="4184"/>
                    <a:pt x="3446" y="4190"/>
                    <a:pt x="3415" y="41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6"/>
            <p:cNvSpPr/>
            <p:nvPr/>
          </p:nvSpPr>
          <p:spPr>
            <a:xfrm>
              <a:off x="2594600" y="1596625"/>
              <a:ext cx="863557" cy="863614"/>
            </a:xfrm>
            <a:custGeom>
              <a:avLst/>
              <a:gdLst/>
              <a:ahLst/>
              <a:cxnLst/>
              <a:rect l="l" t="t" r="r" b="b"/>
              <a:pathLst>
                <a:path w="29956" h="29958" extrusionOk="0">
                  <a:moveTo>
                    <a:pt x="29956" y="14979"/>
                  </a:moveTo>
                  <a:cubicBezTo>
                    <a:pt x="29956" y="18951"/>
                    <a:pt x="28379" y="22760"/>
                    <a:pt x="25569" y="25569"/>
                  </a:cubicBezTo>
                  <a:cubicBezTo>
                    <a:pt x="22760" y="28379"/>
                    <a:pt x="18950" y="29957"/>
                    <a:pt x="14978" y="29957"/>
                  </a:cubicBezTo>
                  <a:cubicBezTo>
                    <a:pt x="11005" y="29957"/>
                    <a:pt x="7196" y="28379"/>
                    <a:pt x="4388" y="25569"/>
                  </a:cubicBezTo>
                  <a:cubicBezTo>
                    <a:pt x="1578" y="22760"/>
                    <a:pt x="1" y="18951"/>
                    <a:pt x="1" y="14979"/>
                  </a:cubicBezTo>
                  <a:cubicBezTo>
                    <a:pt x="1" y="11007"/>
                    <a:pt x="1578" y="7196"/>
                    <a:pt x="4388" y="4388"/>
                  </a:cubicBezTo>
                  <a:cubicBezTo>
                    <a:pt x="7196" y="1578"/>
                    <a:pt x="11005" y="1"/>
                    <a:pt x="14978" y="1"/>
                  </a:cubicBezTo>
                  <a:cubicBezTo>
                    <a:pt x="18950" y="1"/>
                    <a:pt x="22760" y="1578"/>
                    <a:pt x="25569" y="4388"/>
                  </a:cubicBezTo>
                  <a:cubicBezTo>
                    <a:pt x="28379" y="7196"/>
                    <a:pt x="29956" y="11007"/>
                    <a:pt x="29956" y="149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6"/>
            <p:cNvSpPr/>
            <p:nvPr/>
          </p:nvSpPr>
          <p:spPr>
            <a:xfrm>
              <a:off x="2662780" y="1664776"/>
              <a:ext cx="727231" cy="727260"/>
            </a:xfrm>
            <a:custGeom>
              <a:avLst/>
              <a:gdLst/>
              <a:ahLst/>
              <a:cxnLst/>
              <a:rect l="l" t="t" r="r" b="b"/>
              <a:pathLst>
                <a:path w="25227" h="25228" extrusionOk="0">
                  <a:moveTo>
                    <a:pt x="25226" y="12615"/>
                  </a:moveTo>
                  <a:cubicBezTo>
                    <a:pt x="25226" y="15959"/>
                    <a:pt x="23898" y="19168"/>
                    <a:pt x="21532" y="21533"/>
                  </a:cubicBezTo>
                  <a:cubicBezTo>
                    <a:pt x="19167" y="23899"/>
                    <a:pt x="15958" y="25227"/>
                    <a:pt x="12613" y="25227"/>
                  </a:cubicBezTo>
                  <a:cubicBezTo>
                    <a:pt x="9268" y="25227"/>
                    <a:pt x="6060" y="23899"/>
                    <a:pt x="3694" y="21533"/>
                  </a:cubicBezTo>
                  <a:cubicBezTo>
                    <a:pt x="1329" y="19168"/>
                    <a:pt x="0" y="15959"/>
                    <a:pt x="0" y="12615"/>
                  </a:cubicBezTo>
                  <a:cubicBezTo>
                    <a:pt x="0" y="9269"/>
                    <a:pt x="1329" y="6061"/>
                    <a:pt x="3694" y="3695"/>
                  </a:cubicBezTo>
                  <a:cubicBezTo>
                    <a:pt x="6060" y="1330"/>
                    <a:pt x="9268" y="1"/>
                    <a:pt x="12613" y="1"/>
                  </a:cubicBezTo>
                  <a:cubicBezTo>
                    <a:pt x="15958" y="1"/>
                    <a:pt x="19167" y="1330"/>
                    <a:pt x="21532" y="3695"/>
                  </a:cubicBezTo>
                  <a:cubicBezTo>
                    <a:pt x="23898" y="6061"/>
                    <a:pt x="25226" y="9269"/>
                    <a:pt x="25226" y="12615"/>
                  </a:cubicBezTo>
                  <a:close/>
                </a:path>
              </a:pathLst>
            </a:custGeom>
            <a:solidFill>
              <a:srgbClr val="F3D3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6"/>
            <p:cNvSpPr/>
            <p:nvPr/>
          </p:nvSpPr>
          <p:spPr>
            <a:xfrm>
              <a:off x="2656775" y="1658775"/>
              <a:ext cx="739214" cy="739243"/>
            </a:xfrm>
            <a:custGeom>
              <a:avLst/>
              <a:gdLst/>
              <a:ahLst/>
              <a:cxnLst/>
              <a:rect l="l" t="t" r="r" b="b"/>
              <a:pathLst>
                <a:path w="25227" h="25228" extrusionOk="0">
                  <a:moveTo>
                    <a:pt x="25226" y="12615"/>
                  </a:moveTo>
                  <a:cubicBezTo>
                    <a:pt x="25226" y="15959"/>
                    <a:pt x="23898" y="19168"/>
                    <a:pt x="21532" y="21533"/>
                  </a:cubicBezTo>
                  <a:cubicBezTo>
                    <a:pt x="19167" y="23899"/>
                    <a:pt x="15958" y="25227"/>
                    <a:pt x="12613" y="25227"/>
                  </a:cubicBezTo>
                  <a:cubicBezTo>
                    <a:pt x="9268" y="25227"/>
                    <a:pt x="6060" y="23899"/>
                    <a:pt x="3694" y="21533"/>
                  </a:cubicBezTo>
                  <a:cubicBezTo>
                    <a:pt x="1329" y="19168"/>
                    <a:pt x="0" y="15959"/>
                    <a:pt x="0" y="12615"/>
                  </a:cubicBezTo>
                  <a:cubicBezTo>
                    <a:pt x="0" y="9269"/>
                    <a:pt x="1329" y="6061"/>
                    <a:pt x="3694" y="3695"/>
                  </a:cubicBezTo>
                  <a:cubicBezTo>
                    <a:pt x="6060" y="1330"/>
                    <a:pt x="9268" y="1"/>
                    <a:pt x="12613" y="1"/>
                  </a:cubicBezTo>
                  <a:cubicBezTo>
                    <a:pt x="15958" y="1"/>
                    <a:pt x="19167" y="1330"/>
                    <a:pt x="21532" y="3695"/>
                  </a:cubicBezTo>
                  <a:cubicBezTo>
                    <a:pt x="23898" y="6061"/>
                    <a:pt x="25226" y="9269"/>
                    <a:pt x="25226" y="126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6"/>
            <p:cNvSpPr/>
            <p:nvPr/>
          </p:nvSpPr>
          <p:spPr>
            <a:xfrm>
              <a:off x="2683162" y="1685187"/>
              <a:ext cx="686440" cy="686440"/>
            </a:xfrm>
            <a:custGeom>
              <a:avLst/>
              <a:gdLst/>
              <a:ahLst/>
              <a:cxnLst/>
              <a:rect l="l" t="t" r="r" b="b"/>
              <a:pathLst>
                <a:path w="23812" h="23812" extrusionOk="0">
                  <a:moveTo>
                    <a:pt x="23812" y="11907"/>
                  </a:moveTo>
                  <a:cubicBezTo>
                    <a:pt x="23812" y="15064"/>
                    <a:pt x="22558" y="18092"/>
                    <a:pt x="20326" y="20326"/>
                  </a:cubicBezTo>
                  <a:cubicBezTo>
                    <a:pt x="18092" y="22558"/>
                    <a:pt x="15064" y="23812"/>
                    <a:pt x="11906" y="23812"/>
                  </a:cubicBezTo>
                  <a:cubicBezTo>
                    <a:pt x="8749" y="23812"/>
                    <a:pt x="5720" y="22558"/>
                    <a:pt x="3487" y="20326"/>
                  </a:cubicBezTo>
                  <a:cubicBezTo>
                    <a:pt x="1255" y="18092"/>
                    <a:pt x="1" y="15064"/>
                    <a:pt x="1" y="11907"/>
                  </a:cubicBezTo>
                  <a:cubicBezTo>
                    <a:pt x="1" y="8749"/>
                    <a:pt x="1255" y="5720"/>
                    <a:pt x="3487" y="3488"/>
                  </a:cubicBezTo>
                  <a:cubicBezTo>
                    <a:pt x="5720" y="1255"/>
                    <a:pt x="8749" y="1"/>
                    <a:pt x="11906" y="1"/>
                  </a:cubicBezTo>
                  <a:cubicBezTo>
                    <a:pt x="15064" y="1"/>
                    <a:pt x="18092" y="1255"/>
                    <a:pt x="20326" y="3488"/>
                  </a:cubicBezTo>
                  <a:cubicBezTo>
                    <a:pt x="22558" y="5720"/>
                    <a:pt x="23812" y="8749"/>
                    <a:pt x="23812" y="1190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6"/>
            <p:cNvSpPr/>
            <p:nvPr/>
          </p:nvSpPr>
          <p:spPr>
            <a:xfrm>
              <a:off x="3203289" y="1733792"/>
              <a:ext cx="55724" cy="62786"/>
            </a:xfrm>
            <a:custGeom>
              <a:avLst/>
              <a:gdLst/>
              <a:ahLst/>
              <a:cxnLst/>
              <a:rect l="l" t="t" r="r" b="b"/>
              <a:pathLst>
                <a:path w="1933" h="2178" extrusionOk="0">
                  <a:moveTo>
                    <a:pt x="1345" y="1"/>
                  </a:moveTo>
                  <a:cubicBezTo>
                    <a:pt x="1337" y="1"/>
                    <a:pt x="1328" y="5"/>
                    <a:pt x="1322" y="12"/>
                  </a:cubicBezTo>
                  <a:lnTo>
                    <a:pt x="10" y="1700"/>
                  </a:lnTo>
                  <a:cubicBezTo>
                    <a:pt x="0" y="1712"/>
                    <a:pt x="3" y="1731"/>
                    <a:pt x="15" y="1740"/>
                  </a:cubicBezTo>
                  <a:lnTo>
                    <a:pt x="570" y="2171"/>
                  </a:lnTo>
                  <a:cubicBezTo>
                    <a:pt x="575" y="2175"/>
                    <a:pt x="582" y="2178"/>
                    <a:pt x="588" y="2178"/>
                  </a:cubicBezTo>
                  <a:cubicBezTo>
                    <a:pt x="596" y="2178"/>
                    <a:pt x="605" y="2174"/>
                    <a:pt x="611" y="2167"/>
                  </a:cubicBezTo>
                  <a:lnTo>
                    <a:pt x="1923" y="479"/>
                  </a:lnTo>
                  <a:cubicBezTo>
                    <a:pt x="1933" y="467"/>
                    <a:pt x="1930" y="448"/>
                    <a:pt x="1918" y="438"/>
                  </a:cubicBezTo>
                  <a:lnTo>
                    <a:pt x="1363" y="8"/>
                  </a:lnTo>
                  <a:cubicBezTo>
                    <a:pt x="1358" y="3"/>
                    <a:pt x="1351" y="1"/>
                    <a:pt x="1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6"/>
            <p:cNvSpPr/>
            <p:nvPr/>
          </p:nvSpPr>
          <p:spPr>
            <a:xfrm>
              <a:off x="3056954" y="1665324"/>
              <a:ext cx="30269" cy="65525"/>
            </a:xfrm>
            <a:custGeom>
              <a:avLst/>
              <a:gdLst/>
              <a:ahLst/>
              <a:cxnLst/>
              <a:rect l="l" t="t" r="r" b="b"/>
              <a:pathLst>
                <a:path w="1050" h="2273" extrusionOk="0">
                  <a:moveTo>
                    <a:pt x="323" y="0"/>
                  </a:moveTo>
                  <a:cubicBezTo>
                    <a:pt x="310" y="0"/>
                    <a:pt x="298" y="11"/>
                    <a:pt x="295" y="25"/>
                  </a:cubicBezTo>
                  <a:lnTo>
                    <a:pt x="2" y="2142"/>
                  </a:lnTo>
                  <a:cubicBezTo>
                    <a:pt x="1" y="2159"/>
                    <a:pt x="12" y="2173"/>
                    <a:pt x="28" y="2176"/>
                  </a:cubicBezTo>
                  <a:lnTo>
                    <a:pt x="723" y="2272"/>
                  </a:lnTo>
                  <a:cubicBezTo>
                    <a:pt x="724" y="2272"/>
                    <a:pt x="725" y="2272"/>
                    <a:pt x="726" y="2272"/>
                  </a:cubicBezTo>
                  <a:cubicBezTo>
                    <a:pt x="740" y="2272"/>
                    <a:pt x="753" y="2262"/>
                    <a:pt x="756" y="2248"/>
                  </a:cubicBezTo>
                  <a:lnTo>
                    <a:pt x="1049" y="129"/>
                  </a:lnTo>
                  <a:cubicBezTo>
                    <a:pt x="1050" y="114"/>
                    <a:pt x="1039" y="99"/>
                    <a:pt x="1023" y="97"/>
                  </a:cubicBezTo>
                  <a:lnTo>
                    <a:pt x="328" y="1"/>
                  </a:lnTo>
                  <a:cubicBezTo>
                    <a:pt x="326" y="1"/>
                    <a:pt x="325" y="0"/>
                    <a:pt x="3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6"/>
            <p:cNvSpPr/>
            <p:nvPr/>
          </p:nvSpPr>
          <p:spPr>
            <a:xfrm>
              <a:off x="2878880" y="1686283"/>
              <a:ext cx="43847" cy="66390"/>
            </a:xfrm>
            <a:custGeom>
              <a:avLst/>
              <a:gdLst/>
              <a:ahLst/>
              <a:cxnLst/>
              <a:rect l="l" t="t" r="r" b="b"/>
              <a:pathLst>
                <a:path w="1521" h="2303" extrusionOk="0">
                  <a:moveTo>
                    <a:pt x="683" y="1"/>
                  </a:moveTo>
                  <a:cubicBezTo>
                    <a:pt x="679" y="1"/>
                    <a:pt x="675" y="1"/>
                    <a:pt x="672" y="3"/>
                  </a:cubicBezTo>
                  <a:lnTo>
                    <a:pt x="22" y="268"/>
                  </a:lnTo>
                  <a:cubicBezTo>
                    <a:pt x="7" y="273"/>
                    <a:pt x="1" y="291"/>
                    <a:pt x="6" y="305"/>
                  </a:cubicBezTo>
                  <a:lnTo>
                    <a:pt x="811" y="2285"/>
                  </a:lnTo>
                  <a:cubicBezTo>
                    <a:pt x="816" y="2296"/>
                    <a:pt x="827" y="2303"/>
                    <a:pt x="838" y="2303"/>
                  </a:cubicBezTo>
                  <a:cubicBezTo>
                    <a:pt x="842" y="2303"/>
                    <a:pt x="845" y="2302"/>
                    <a:pt x="848" y="2301"/>
                  </a:cubicBezTo>
                  <a:lnTo>
                    <a:pt x="1499" y="2036"/>
                  </a:lnTo>
                  <a:cubicBezTo>
                    <a:pt x="1514" y="2031"/>
                    <a:pt x="1521" y="2014"/>
                    <a:pt x="1515" y="1999"/>
                  </a:cubicBezTo>
                  <a:lnTo>
                    <a:pt x="709" y="19"/>
                  </a:lnTo>
                  <a:cubicBezTo>
                    <a:pt x="705" y="8"/>
                    <a:pt x="694" y="1"/>
                    <a:pt x="6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6"/>
            <p:cNvSpPr/>
            <p:nvPr/>
          </p:nvSpPr>
          <p:spPr>
            <a:xfrm>
              <a:off x="2731652" y="1795918"/>
              <a:ext cx="62988" cy="55522"/>
            </a:xfrm>
            <a:custGeom>
              <a:avLst/>
              <a:gdLst/>
              <a:ahLst/>
              <a:cxnLst/>
              <a:rect l="l" t="t" r="r" b="b"/>
              <a:pathLst>
                <a:path w="2185" h="1926" extrusionOk="0">
                  <a:moveTo>
                    <a:pt x="465" y="1"/>
                  </a:moveTo>
                  <a:cubicBezTo>
                    <a:pt x="457" y="1"/>
                    <a:pt x="448" y="5"/>
                    <a:pt x="442" y="12"/>
                  </a:cubicBezTo>
                  <a:lnTo>
                    <a:pt x="10" y="567"/>
                  </a:lnTo>
                  <a:cubicBezTo>
                    <a:pt x="1" y="579"/>
                    <a:pt x="4" y="596"/>
                    <a:pt x="16" y="607"/>
                  </a:cubicBezTo>
                  <a:lnTo>
                    <a:pt x="1704" y="1920"/>
                  </a:lnTo>
                  <a:cubicBezTo>
                    <a:pt x="1709" y="1923"/>
                    <a:pt x="1715" y="1925"/>
                    <a:pt x="1721" y="1925"/>
                  </a:cubicBezTo>
                  <a:cubicBezTo>
                    <a:pt x="1730" y="1925"/>
                    <a:pt x="1738" y="1921"/>
                    <a:pt x="1744" y="1914"/>
                  </a:cubicBezTo>
                  <a:lnTo>
                    <a:pt x="2175" y="1359"/>
                  </a:lnTo>
                  <a:cubicBezTo>
                    <a:pt x="2184" y="1347"/>
                    <a:pt x="2183" y="1330"/>
                    <a:pt x="2169" y="1319"/>
                  </a:cubicBezTo>
                  <a:lnTo>
                    <a:pt x="483" y="6"/>
                  </a:lnTo>
                  <a:cubicBezTo>
                    <a:pt x="477" y="2"/>
                    <a:pt x="471" y="1"/>
                    <a:pt x="4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6"/>
            <p:cNvSpPr/>
            <p:nvPr/>
          </p:nvSpPr>
          <p:spPr>
            <a:xfrm>
              <a:off x="2663241" y="1967622"/>
              <a:ext cx="65611" cy="30211"/>
            </a:xfrm>
            <a:custGeom>
              <a:avLst/>
              <a:gdLst/>
              <a:ahLst/>
              <a:cxnLst/>
              <a:rect l="l" t="t" r="r" b="b"/>
              <a:pathLst>
                <a:path w="2276" h="1048" extrusionOk="0">
                  <a:moveTo>
                    <a:pt x="128" y="1"/>
                  </a:moveTo>
                  <a:cubicBezTo>
                    <a:pt x="114" y="1"/>
                    <a:pt x="101" y="11"/>
                    <a:pt x="99" y="26"/>
                  </a:cubicBezTo>
                  <a:lnTo>
                    <a:pt x="3" y="722"/>
                  </a:lnTo>
                  <a:cubicBezTo>
                    <a:pt x="0" y="737"/>
                    <a:pt x="11" y="752"/>
                    <a:pt x="27" y="754"/>
                  </a:cubicBezTo>
                  <a:lnTo>
                    <a:pt x="2144" y="1047"/>
                  </a:lnTo>
                  <a:cubicBezTo>
                    <a:pt x="2145" y="1047"/>
                    <a:pt x="2146" y="1047"/>
                    <a:pt x="2147" y="1047"/>
                  </a:cubicBezTo>
                  <a:cubicBezTo>
                    <a:pt x="2162" y="1047"/>
                    <a:pt x="2176" y="1037"/>
                    <a:pt x="2177" y="1023"/>
                  </a:cubicBezTo>
                  <a:lnTo>
                    <a:pt x="2274" y="326"/>
                  </a:lnTo>
                  <a:cubicBezTo>
                    <a:pt x="2275" y="311"/>
                    <a:pt x="2265" y="297"/>
                    <a:pt x="2248" y="294"/>
                  </a:cubicBezTo>
                  <a:lnTo>
                    <a:pt x="131" y="1"/>
                  </a:lnTo>
                  <a:cubicBezTo>
                    <a:pt x="130" y="1"/>
                    <a:pt x="129" y="1"/>
                    <a:pt x="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6"/>
            <p:cNvSpPr/>
            <p:nvPr/>
          </p:nvSpPr>
          <p:spPr>
            <a:xfrm>
              <a:off x="2684142" y="2132205"/>
              <a:ext cx="66620" cy="43645"/>
            </a:xfrm>
            <a:custGeom>
              <a:avLst/>
              <a:gdLst/>
              <a:ahLst/>
              <a:cxnLst/>
              <a:rect l="l" t="t" r="r" b="b"/>
              <a:pathLst>
                <a:path w="2311" h="1514" extrusionOk="0">
                  <a:moveTo>
                    <a:pt x="2013" y="0"/>
                  </a:moveTo>
                  <a:cubicBezTo>
                    <a:pt x="2010" y="0"/>
                    <a:pt x="2006" y="1"/>
                    <a:pt x="2003" y="2"/>
                  </a:cubicBezTo>
                  <a:lnTo>
                    <a:pt x="22" y="808"/>
                  </a:lnTo>
                  <a:cubicBezTo>
                    <a:pt x="7" y="813"/>
                    <a:pt x="0" y="831"/>
                    <a:pt x="7" y="846"/>
                  </a:cubicBezTo>
                  <a:lnTo>
                    <a:pt x="272" y="1495"/>
                  </a:lnTo>
                  <a:cubicBezTo>
                    <a:pt x="276" y="1507"/>
                    <a:pt x="286" y="1514"/>
                    <a:pt x="297" y="1514"/>
                  </a:cubicBezTo>
                  <a:cubicBezTo>
                    <a:pt x="301" y="1514"/>
                    <a:pt x="305" y="1513"/>
                    <a:pt x="308" y="1512"/>
                  </a:cubicBezTo>
                  <a:lnTo>
                    <a:pt x="2289" y="707"/>
                  </a:lnTo>
                  <a:cubicBezTo>
                    <a:pt x="2304" y="700"/>
                    <a:pt x="2311" y="684"/>
                    <a:pt x="2305" y="669"/>
                  </a:cubicBezTo>
                  <a:lnTo>
                    <a:pt x="2041" y="18"/>
                  </a:lnTo>
                  <a:cubicBezTo>
                    <a:pt x="2035" y="7"/>
                    <a:pt x="2025" y="0"/>
                    <a:pt x="2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6"/>
            <p:cNvSpPr/>
            <p:nvPr/>
          </p:nvSpPr>
          <p:spPr>
            <a:xfrm>
              <a:off x="2793777" y="2260290"/>
              <a:ext cx="55752" cy="62757"/>
            </a:xfrm>
            <a:custGeom>
              <a:avLst/>
              <a:gdLst/>
              <a:ahLst/>
              <a:cxnLst/>
              <a:rect l="l" t="t" r="r" b="b"/>
              <a:pathLst>
                <a:path w="1934" h="2177" extrusionOk="0">
                  <a:moveTo>
                    <a:pt x="1345" y="1"/>
                  </a:moveTo>
                  <a:cubicBezTo>
                    <a:pt x="1337" y="1"/>
                    <a:pt x="1328" y="4"/>
                    <a:pt x="1323" y="12"/>
                  </a:cubicBezTo>
                  <a:lnTo>
                    <a:pt x="10" y="1699"/>
                  </a:lnTo>
                  <a:cubicBezTo>
                    <a:pt x="1" y="1712"/>
                    <a:pt x="4" y="1730"/>
                    <a:pt x="16" y="1739"/>
                  </a:cubicBezTo>
                  <a:lnTo>
                    <a:pt x="569" y="2171"/>
                  </a:lnTo>
                  <a:cubicBezTo>
                    <a:pt x="575" y="2175"/>
                    <a:pt x="581" y="2177"/>
                    <a:pt x="587" y="2177"/>
                  </a:cubicBezTo>
                  <a:cubicBezTo>
                    <a:pt x="596" y="2177"/>
                    <a:pt x="604" y="2173"/>
                    <a:pt x="610" y="2166"/>
                  </a:cubicBezTo>
                  <a:lnTo>
                    <a:pt x="1922" y="478"/>
                  </a:lnTo>
                  <a:cubicBezTo>
                    <a:pt x="1933" y="466"/>
                    <a:pt x="1930" y="448"/>
                    <a:pt x="1918" y="437"/>
                  </a:cubicBezTo>
                  <a:lnTo>
                    <a:pt x="1363" y="7"/>
                  </a:lnTo>
                  <a:cubicBezTo>
                    <a:pt x="1358" y="3"/>
                    <a:pt x="1352" y="1"/>
                    <a:pt x="1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6"/>
            <p:cNvSpPr/>
            <p:nvPr/>
          </p:nvSpPr>
          <p:spPr>
            <a:xfrm>
              <a:off x="2965567" y="2326020"/>
              <a:ext cx="30269" cy="65496"/>
            </a:xfrm>
            <a:custGeom>
              <a:avLst/>
              <a:gdLst/>
              <a:ahLst/>
              <a:cxnLst/>
              <a:rect l="l" t="t" r="r" b="b"/>
              <a:pathLst>
                <a:path w="1050" h="2272" extrusionOk="0">
                  <a:moveTo>
                    <a:pt x="325" y="0"/>
                  </a:moveTo>
                  <a:cubicBezTo>
                    <a:pt x="311" y="0"/>
                    <a:pt x="297" y="11"/>
                    <a:pt x="295" y="26"/>
                  </a:cubicBezTo>
                  <a:lnTo>
                    <a:pt x="2" y="2143"/>
                  </a:lnTo>
                  <a:cubicBezTo>
                    <a:pt x="1" y="2159"/>
                    <a:pt x="11" y="2173"/>
                    <a:pt x="26" y="2176"/>
                  </a:cubicBezTo>
                  <a:lnTo>
                    <a:pt x="723" y="2272"/>
                  </a:lnTo>
                  <a:cubicBezTo>
                    <a:pt x="724" y="2272"/>
                    <a:pt x="726" y="2272"/>
                    <a:pt x="727" y="2272"/>
                  </a:cubicBezTo>
                  <a:cubicBezTo>
                    <a:pt x="741" y="2272"/>
                    <a:pt x="753" y="2262"/>
                    <a:pt x="755" y="2247"/>
                  </a:cubicBezTo>
                  <a:lnTo>
                    <a:pt x="1048" y="130"/>
                  </a:lnTo>
                  <a:cubicBezTo>
                    <a:pt x="1050" y="114"/>
                    <a:pt x="1039" y="99"/>
                    <a:pt x="1023" y="98"/>
                  </a:cubicBezTo>
                  <a:lnTo>
                    <a:pt x="327" y="0"/>
                  </a:lnTo>
                  <a:cubicBezTo>
                    <a:pt x="326" y="0"/>
                    <a:pt x="326" y="0"/>
                    <a:pt x="3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6"/>
            <p:cNvSpPr/>
            <p:nvPr/>
          </p:nvSpPr>
          <p:spPr>
            <a:xfrm>
              <a:off x="3130064" y="2304168"/>
              <a:ext cx="43847" cy="66419"/>
            </a:xfrm>
            <a:custGeom>
              <a:avLst/>
              <a:gdLst/>
              <a:ahLst/>
              <a:cxnLst/>
              <a:rect l="l" t="t" r="r" b="b"/>
              <a:pathLst>
                <a:path w="1521" h="2304" extrusionOk="0">
                  <a:moveTo>
                    <a:pt x="683" y="0"/>
                  </a:moveTo>
                  <a:cubicBezTo>
                    <a:pt x="680" y="0"/>
                    <a:pt x="676" y="1"/>
                    <a:pt x="673" y="2"/>
                  </a:cubicBezTo>
                  <a:lnTo>
                    <a:pt x="22" y="267"/>
                  </a:lnTo>
                  <a:cubicBezTo>
                    <a:pt x="7" y="274"/>
                    <a:pt x="1" y="290"/>
                    <a:pt x="6" y="305"/>
                  </a:cubicBezTo>
                  <a:lnTo>
                    <a:pt x="812" y="2286"/>
                  </a:lnTo>
                  <a:cubicBezTo>
                    <a:pt x="816" y="2297"/>
                    <a:pt x="826" y="2303"/>
                    <a:pt x="837" y="2303"/>
                  </a:cubicBezTo>
                  <a:cubicBezTo>
                    <a:pt x="841" y="2303"/>
                    <a:pt x="845" y="2302"/>
                    <a:pt x="849" y="2300"/>
                  </a:cubicBezTo>
                  <a:lnTo>
                    <a:pt x="1499" y="2037"/>
                  </a:lnTo>
                  <a:cubicBezTo>
                    <a:pt x="1514" y="2030"/>
                    <a:pt x="1521" y="2014"/>
                    <a:pt x="1516" y="1999"/>
                  </a:cubicBezTo>
                  <a:lnTo>
                    <a:pt x="711" y="19"/>
                  </a:lnTo>
                  <a:cubicBezTo>
                    <a:pt x="706" y="7"/>
                    <a:pt x="695" y="0"/>
                    <a:pt x="6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6"/>
            <p:cNvSpPr/>
            <p:nvPr/>
          </p:nvSpPr>
          <p:spPr>
            <a:xfrm>
              <a:off x="3258179" y="2205429"/>
              <a:ext cx="62959" cy="55493"/>
            </a:xfrm>
            <a:custGeom>
              <a:avLst/>
              <a:gdLst/>
              <a:ahLst/>
              <a:cxnLst/>
              <a:rect l="l" t="t" r="r" b="b"/>
              <a:pathLst>
                <a:path w="2184" h="1925" extrusionOk="0">
                  <a:moveTo>
                    <a:pt x="463" y="0"/>
                  </a:moveTo>
                  <a:cubicBezTo>
                    <a:pt x="454" y="0"/>
                    <a:pt x="446" y="4"/>
                    <a:pt x="440" y="11"/>
                  </a:cubicBezTo>
                  <a:lnTo>
                    <a:pt x="10" y="566"/>
                  </a:lnTo>
                  <a:cubicBezTo>
                    <a:pt x="0" y="578"/>
                    <a:pt x="2" y="597"/>
                    <a:pt x="15" y="607"/>
                  </a:cubicBezTo>
                  <a:lnTo>
                    <a:pt x="1702" y="1919"/>
                  </a:lnTo>
                  <a:cubicBezTo>
                    <a:pt x="1707" y="1923"/>
                    <a:pt x="1713" y="1925"/>
                    <a:pt x="1719" y="1925"/>
                  </a:cubicBezTo>
                  <a:cubicBezTo>
                    <a:pt x="1728" y="1925"/>
                    <a:pt x="1736" y="1921"/>
                    <a:pt x="1742" y="1914"/>
                  </a:cubicBezTo>
                  <a:lnTo>
                    <a:pt x="2174" y="1360"/>
                  </a:lnTo>
                  <a:cubicBezTo>
                    <a:pt x="2184" y="1347"/>
                    <a:pt x="2181" y="1329"/>
                    <a:pt x="2169" y="1320"/>
                  </a:cubicBezTo>
                  <a:lnTo>
                    <a:pt x="481" y="7"/>
                  </a:lnTo>
                  <a:cubicBezTo>
                    <a:pt x="476" y="3"/>
                    <a:pt x="469" y="0"/>
                    <a:pt x="4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6"/>
            <p:cNvSpPr/>
            <p:nvPr/>
          </p:nvSpPr>
          <p:spPr>
            <a:xfrm>
              <a:off x="3323966" y="2059037"/>
              <a:ext cx="65611" cy="30182"/>
            </a:xfrm>
            <a:custGeom>
              <a:avLst/>
              <a:gdLst/>
              <a:ahLst/>
              <a:cxnLst/>
              <a:rect l="l" t="t" r="r" b="b"/>
              <a:pathLst>
                <a:path w="2276" h="1047" extrusionOk="0">
                  <a:moveTo>
                    <a:pt x="128" y="0"/>
                  </a:moveTo>
                  <a:cubicBezTo>
                    <a:pt x="113" y="0"/>
                    <a:pt x="100" y="11"/>
                    <a:pt x="99" y="26"/>
                  </a:cubicBezTo>
                  <a:lnTo>
                    <a:pt x="1" y="721"/>
                  </a:lnTo>
                  <a:cubicBezTo>
                    <a:pt x="0" y="737"/>
                    <a:pt x="11" y="751"/>
                    <a:pt x="27" y="754"/>
                  </a:cubicBezTo>
                  <a:lnTo>
                    <a:pt x="2144" y="1047"/>
                  </a:lnTo>
                  <a:cubicBezTo>
                    <a:pt x="2146" y="1047"/>
                    <a:pt x="2147" y="1047"/>
                    <a:pt x="2148" y="1047"/>
                  </a:cubicBezTo>
                  <a:cubicBezTo>
                    <a:pt x="2162" y="1047"/>
                    <a:pt x="2174" y="1036"/>
                    <a:pt x="2177" y="1022"/>
                  </a:cubicBezTo>
                  <a:lnTo>
                    <a:pt x="2273" y="327"/>
                  </a:lnTo>
                  <a:cubicBezTo>
                    <a:pt x="2275" y="311"/>
                    <a:pt x="2264" y="296"/>
                    <a:pt x="2248" y="293"/>
                  </a:cubicBezTo>
                  <a:lnTo>
                    <a:pt x="131" y="0"/>
                  </a:lnTo>
                  <a:cubicBezTo>
                    <a:pt x="130" y="0"/>
                    <a:pt x="129" y="0"/>
                    <a:pt x="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6"/>
            <p:cNvSpPr/>
            <p:nvPr/>
          </p:nvSpPr>
          <p:spPr>
            <a:xfrm>
              <a:off x="3302027" y="1881020"/>
              <a:ext cx="66649" cy="43645"/>
            </a:xfrm>
            <a:custGeom>
              <a:avLst/>
              <a:gdLst/>
              <a:ahLst/>
              <a:cxnLst/>
              <a:rect l="l" t="t" r="r" b="b"/>
              <a:pathLst>
                <a:path w="2312" h="1514" extrusionOk="0">
                  <a:moveTo>
                    <a:pt x="2013" y="0"/>
                  </a:moveTo>
                  <a:cubicBezTo>
                    <a:pt x="2010" y="0"/>
                    <a:pt x="2006" y="1"/>
                    <a:pt x="2003" y="2"/>
                  </a:cubicBezTo>
                  <a:lnTo>
                    <a:pt x="23" y="807"/>
                  </a:lnTo>
                  <a:cubicBezTo>
                    <a:pt x="8" y="813"/>
                    <a:pt x="1" y="830"/>
                    <a:pt x="6" y="844"/>
                  </a:cubicBezTo>
                  <a:lnTo>
                    <a:pt x="271" y="1495"/>
                  </a:lnTo>
                  <a:cubicBezTo>
                    <a:pt x="275" y="1507"/>
                    <a:pt x="286" y="1513"/>
                    <a:pt x="298" y="1513"/>
                  </a:cubicBezTo>
                  <a:cubicBezTo>
                    <a:pt x="302" y="1513"/>
                    <a:pt x="305" y="1513"/>
                    <a:pt x="309" y="1511"/>
                  </a:cubicBezTo>
                  <a:lnTo>
                    <a:pt x="2288" y="707"/>
                  </a:lnTo>
                  <a:cubicBezTo>
                    <a:pt x="2303" y="700"/>
                    <a:pt x="2311" y="684"/>
                    <a:pt x="2304" y="669"/>
                  </a:cubicBezTo>
                  <a:lnTo>
                    <a:pt x="2040" y="18"/>
                  </a:lnTo>
                  <a:cubicBezTo>
                    <a:pt x="2036" y="7"/>
                    <a:pt x="2024" y="0"/>
                    <a:pt x="2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6"/>
            <p:cNvSpPr/>
            <p:nvPr/>
          </p:nvSpPr>
          <p:spPr>
            <a:xfrm>
              <a:off x="3043001" y="1985178"/>
              <a:ext cx="264896" cy="59500"/>
            </a:xfrm>
            <a:custGeom>
              <a:avLst/>
              <a:gdLst/>
              <a:ahLst/>
              <a:cxnLst/>
              <a:rect l="l" t="t" r="r" b="b"/>
              <a:pathLst>
                <a:path w="9189" h="2064" extrusionOk="0">
                  <a:moveTo>
                    <a:pt x="9065" y="0"/>
                  </a:moveTo>
                  <a:cubicBezTo>
                    <a:pt x="8339" y="0"/>
                    <a:pt x="4513" y="35"/>
                    <a:pt x="0" y="729"/>
                  </a:cubicBezTo>
                  <a:lnTo>
                    <a:pt x="205" y="2064"/>
                  </a:lnTo>
                  <a:cubicBezTo>
                    <a:pt x="5224" y="1293"/>
                    <a:pt x="9188" y="1"/>
                    <a:pt x="9188" y="1"/>
                  </a:cubicBezTo>
                  <a:cubicBezTo>
                    <a:pt x="9188" y="1"/>
                    <a:pt x="9146" y="0"/>
                    <a:pt x="9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6"/>
            <p:cNvSpPr/>
            <p:nvPr/>
          </p:nvSpPr>
          <p:spPr>
            <a:xfrm>
              <a:off x="2917222" y="2039261"/>
              <a:ext cx="119605" cy="252241"/>
            </a:xfrm>
            <a:custGeom>
              <a:avLst/>
              <a:gdLst/>
              <a:ahLst/>
              <a:cxnLst/>
              <a:rect l="l" t="t" r="r" b="b"/>
              <a:pathLst>
                <a:path w="4149" h="8750" extrusionOk="0">
                  <a:moveTo>
                    <a:pt x="2899" y="0"/>
                  </a:moveTo>
                  <a:cubicBezTo>
                    <a:pt x="954" y="4688"/>
                    <a:pt x="1" y="8750"/>
                    <a:pt x="1" y="8750"/>
                  </a:cubicBezTo>
                  <a:cubicBezTo>
                    <a:pt x="1" y="8750"/>
                    <a:pt x="2201" y="5207"/>
                    <a:pt x="4148" y="517"/>
                  </a:cubicBezTo>
                  <a:lnTo>
                    <a:pt x="28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6"/>
            <p:cNvSpPr/>
            <p:nvPr/>
          </p:nvSpPr>
          <p:spPr>
            <a:xfrm>
              <a:off x="2978915" y="1980941"/>
              <a:ext cx="94958" cy="94958"/>
            </a:xfrm>
            <a:custGeom>
              <a:avLst/>
              <a:gdLst/>
              <a:ahLst/>
              <a:cxnLst/>
              <a:rect l="l" t="t" r="r" b="b"/>
              <a:pathLst>
                <a:path w="3294" h="3294" extrusionOk="0">
                  <a:moveTo>
                    <a:pt x="1647" y="1"/>
                  </a:moveTo>
                  <a:cubicBezTo>
                    <a:pt x="738" y="1"/>
                    <a:pt x="1" y="738"/>
                    <a:pt x="1" y="1648"/>
                  </a:cubicBezTo>
                  <a:cubicBezTo>
                    <a:pt x="1" y="2557"/>
                    <a:pt x="738" y="3294"/>
                    <a:pt x="1647" y="3294"/>
                  </a:cubicBezTo>
                  <a:cubicBezTo>
                    <a:pt x="2557" y="3294"/>
                    <a:pt x="3294" y="2557"/>
                    <a:pt x="3294" y="1648"/>
                  </a:cubicBezTo>
                  <a:cubicBezTo>
                    <a:pt x="3294" y="738"/>
                    <a:pt x="2557" y="1"/>
                    <a:pt x="16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47"/>
          <p:cNvSpPr txBox="1">
            <a:spLocks noGrp="1"/>
          </p:cNvSpPr>
          <p:nvPr>
            <p:ph type="ctrTitle"/>
          </p:nvPr>
        </p:nvSpPr>
        <p:spPr>
          <a:xfrm>
            <a:off x="2382300" y="1673324"/>
            <a:ext cx="4379400" cy="105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Eskerrik asko entzuteagatik!</a:t>
            </a:r>
            <a:endParaRPr sz="4800" dirty="0"/>
          </a:p>
        </p:txBody>
      </p:sp>
      <p:grpSp>
        <p:nvGrpSpPr>
          <p:cNvPr id="765" name="Google Shape;765;p47"/>
          <p:cNvGrpSpPr/>
          <p:nvPr/>
        </p:nvGrpSpPr>
        <p:grpSpPr>
          <a:xfrm>
            <a:off x="3607781" y="3132106"/>
            <a:ext cx="245138" cy="245138"/>
            <a:chOff x="3368074" y="3882537"/>
            <a:chExt cx="215298" cy="215298"/>
          </a:xfrm>
        </p:grpSpPr>
        <p:sp>
          <p:nvSpPr>
            <p:cNvPr id="766" name="Google Shape;766;p47"/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47"/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47"/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9" name="Google Shape;769;p47"/>
          <p:cNvGrpSpPr/>
          <p:nvPr/>
        </p:nvGrpSpPr>
        <p:grpSpPr>
          <a:xfrm>
            <a:off x="4453491" y="3148723"/>
            <a:ext cx="236948" cy="211905"/>
            <a:chOff x="3824739" y="3890112"/>
            <a:chExt cx="208105" cy="186110"/>
          </a:xfrm>
        </p:grpSpPr>
        <p:sp>
          <p:nvSpPr>
            <p:cNvPr id="770" name="Google Shape;770;p47"/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47"/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47"/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4" name="Google Shape;774;p47"/>
          <p:cNvGrpSpPr/>
          <p:nvPr/>
        </p:nvGrpSpPr>
        <p:grpSpPr>
          <a:xfrm flipH="1">
            <a:off x="7171075" y="248475"/>
            <a:ext cx="1551350" cy="1342825"/>
            <a:chOff x="305350" y="253700"/>
            <a:chExt cx="1551350" cy="1342825"/>
          </a:xfrm>
        </p:grpSpPr>
        <p:sp>
          <p:nvSpPr>
            <p:cNvPr id="775" name="Google Shape;775;p47"/>
            <p:cNvSpPr/>
            <p:nvPr/>
          </p:nvSpPr>
          <p:spPr>
            <a:xfrm>
              <a:off x="305350" y="743175"/>
              <a:ext cx="721625" cy="853350"/>
            </a:xfrm>
            <a:custGeom>
              <a:avLst/>
              <a:gdLst/>
              <a:ahLst/>
              <a:cxnLst/>
              <a:rect l="l" t="t" r="r" b="b"/>
              <a:pathLst>
                <a:path w="28865" h="34134" extrusionOk="0">
                  <a:moveTo>
                    <a:pt x="22788" y="30913"/>
                  </a:moveTo>
                  <a:lnTo>
                    <a:pt x="24099" y="30157"/>
                  </a:lnTo>
                  <a:lnTo>
                    <a:pt x="24028" y="30034"/>
                  </a:lnTo>
                  <a:cubicBezTo>
                    <a:pt x="28463" y="26270"/>
                    <a:pt x="28864" y="18121"/>
                    <a:pt x="24708" y="10924"/>
                  </a:cubicBezTo>
                  <a:cubicBezTo>
                    <a:pt x="20554" y="3727"/>
                    <a:pt x="13296" y="1"/>
                    <a:pt x="7820" y="1960"/>
                  </a:cubicBezTo>
                  <a:lnTo>
                    <a:pt x="7753" y="1845"/>
                  </a:lnTo>
                  <a:lnTo>
                    <a:pt x="6698" y="2456"/>
                  </a:lnTo>
                  <a:cubicBezTo>
                    <a:pt x="6611" y="2501"/>
                    <a:pt x="6523" y="2545"/>
                    <a:pt x="6437" y="2593"/>
                  </a:cubicBezTo>
                  <a:cubicBezTo>
                    <a:pt x="862" y="5814"/>
                    <a:pt x="0" y="14763"/>
                    <a:pt x="4516" y="22584"/>
                  </a:cubicBezTo>
                  <a:cubicBezTo>
                    <a:pt x="9031" y="30403"/>
                    <a:pt x="17212" y="34133"/>
                    <a:pt x="22788" y="3091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47"/>
            <p:cNvSpPr/>
            <p:nvPr/>
          </p:nvSpPr>
          <p:spPr>
            <a:xfrm>
              <a:off x="346775" y="703625"/>
              <a:ext cx="730600" cy="868975"/>
            </a:xfrm>
            <a:custGeom>
              <a:avLst/>
              <a:gdLst/>
              <a:ahLst/>
              <a:cxnLst/>
              <a:rect l="l" t="t" r="r" b="b"/>
              <a:pathLst>
                <a:path w="29224" h="34759" extrusionOk="0">
                  <a:moveTo>
                    <a:pt x="4515" y="23208"/>
                  </a:moveTo>
                  <a:cubicBezTo>
                    <a:pt x="0" y="15388"/>
                    <a:pt x="860" y="6438"/>
                    <a:pt x="6437" y="3219"/>
                  </a:cubicBezTo>
                  <a:cubicBezTo>
                    <a:pt x="12013" y="0"/>
                    <a:pt x="20193" y="3730"/>
                    <a:pt x="24708" y="11550"/>
                  </a:cubicBezTo>
                  <a:cubicBezTo>
                    <a:pt x="29223" y="19371"/>
                    <a:pt x="28363" y="28320"/>
                    <a:pt x="22787" y="31539"/>
                  </a:cubicBezTo>
                  <a:cubicBezTo>
                    <a:pt x="17212" y="34758"/>
                    <a:pt x="9030" y="31029"/>
                    <a:pt x="4515" y="232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47"/>
            <p:cNvSpPr/>
            <p:nvPr/>
          </p:nvSpPr>
          <p:spPr>
            <a:xfrm>
              <a:off x="580850" y="1000550"/>
              <a:ext cx="250425" cy="275000"/>
            </a:xfrm>
            <a:custGeom>
              <a:avLst/>
              <a:gdLst/>
              <a:ahLst/>
              <a:cxnLst/>
              <a:rect l="l" t="t" r="r" b="b"/>
              <a:pathLst>
                <a:path w="10017" h="11000" extrusionOk="0">
                  <a:moveTo>
                    <a:pt x="3911" y="1"/>
                  </a:moveTo>
                  <a:cubicBezTo>
                    <a:pt x="3345" y="1"/>
                    <a:pt x="2801" y="134"/>
                    <a:pt x="2313" y="416"/>
                  </a:cubicBezTo>
                  <a:cubicBezTo>
                    <a:pt x="310" y="1573"/>
                    <a:pt x="1" y="4787"/>
                    <a:pt x="1623" y="7594"/>
                  </a:cubicBezTo>
                  <a:cubicBezTo>
                    <a:pt x="2402" y="8943"/>
                    <a:pt x="3530" y="10015"/>
                    <a:pt x="4761" y="10576"/>
                  </a:cubicBezTo>
                  <a:cubicBezTo>
                    <a:pt x="5379" y="10858"/>
                    <a:pt x="5998" y="10999"/>
                    <a:pt x="6583" y="10999"/>
                  </a:cubicBezTo>
                  <a:cubicBezTo>
                    <a:pt x="7161" y="10999"/>
                    <a:pt x="7706" y="10862"/>
                    <a:pt x="8183" y="10586"/>
                  </a:cubicBezTo>
                  <a:cubicBezTo>
                    <a:pt x="9146" y="10031"/>
                    <a:pt x="9758" y="8963"/>
                    <a:pt x="9887" y="7617"/>
                  </a:cubicBezTo>
                  <a:cubicBezTo>
                    <a:pt x="10017" y="6271"/>
                    <a:pt x="9652" y="4757"/>
                    <a:pt x="8873" y="3408"/>
                  </a:cubicBezTo>
                  <a:cubicBezTo>
                    <a:pt x="7648" y="1284"/>
                    <a:pt x="5669" y="1"/>
                    <a:pt x="39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47"/>
            <p:cNvSpPr/>
            <p:nvPr/>
          </p:nvSpPr>
          <p:spPr>
            <a:xfrm>
              <a:off x="648250" y="1062175"/>
              <a:ext cx="127675" cy="151850"/>
            </a:xfrm>
            <a:custGeom>
              <a:avLst/>
              <a:gdLst/>
              <a:ahLst/>
              <a:cxnLst/>
              <a:rect l="l" t="t" r="r" b="b"/>
              <a:pathLst>
                <a:path w="5107" h="6074" extrusionOk="0">
                  <a:moveTo>
                    <a:pt x="789" y="4055"/>
                  </a:moveTo>
                  <a:cubicBezTo>
                    <a:pt x="0" y="2689"/>
                    <a:pt x="150" y="1125"/>
                    <a:pt x="1125" y="564"/>
                  </a:cubicBezTo>
                  <a:cubicBezTo>
                    <a:pt x="2098" y="1"/>
                    <a:pt x="3528" y="653"/>
                    <a:pt x="4317" y="2019"/>
                  </a:cubicBezTo>
                  <a:cubicBezTo>
                    <a:pt x="5107" y="3386"/>
                    <a:pt x="4955" y="4949"/>
                    <a:pt x="3982" y="5511"/>
                  </a:cubicBezTo>
                  <a:cubicBezTo>
                    <a:pt x="3007" y="6074"/>
                    <a:pt x="1577" y="5422"/>
                    <a:pt x="789" y="40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47"/>
            <p:cNvSpPr/>
            <p:nvPr/>
          </p:nvSpPr>
          <p:spPr>
            <a:xfrm>
              <a:off x="676350" y="672825"/>
              <a:ext cx="770175" cy="527125"/>
            </a:xfrm>
            <a:custGeom>
              <a:avLst/>
              <a:gdLst/>
              <a:ahLst/>
              <a:cxnLst/>
              <a:rect l="l" t="t" r="r" b="b"/>
              <a:pathLst>
                <a:path w="30807" h="21085" extrusionOk="0">
                  <a:moveTo>
                    <a:pt x="1" y="16138"/>
                  </a:moveTo>
                  <a:lnTo>
                    <a:pt x="27951" y="1"/>
                  </a:lnTo>
                  <a:lnTo>
                    <a:pt x="30806" y="4950"/>
                  </a:lnTo>
                  <a:lnTo>
                    <a:pt x="2858" y="21085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47"/>
            <p:cNvSpPr/>
            <p:nvPr/>
          </p:nvSpPr>
          <p:spPr>
            <a:xfrm>
              <a:off x="1058775" y="326700"/>
              <a:ext cx="712450" cy="834800"/>
            </a:xfrm>
            <a:custGeom>
              <a:avLst/>
              <a:gdLst/>
              <a:ahLst/>
              <a:cxnLst/>
              <a:rect l="l" t="t" r="r" b="b"/>
              <a:pathLst>
                <a:path w="28498" h="33392" extrusionOk="0">
                  <a:moveTo>
                    <a:pt x="22787" y="30173"/>
                  </a:moveTo>
                  <a:lnTo>
                    <a:pt x="25480" y="28619"/>
                  </a:lnTo>
                  <a:lnTo>
                    <a:pt x="25184" y="28106"/>
                  </a:lnTo>
                  <a:cubicBezTo>
                    <a:pt x="28497" y="23988"/>
                    <a:pt x="28469" y="16696"/>
                    <a:pt x="24709" y="10184"/>
                  </a:cubicBezTo>
                  <a:cubicBezTo>
                    <a:pt x="20949" y="3672"/>
                    <a:pt x="14649" y="1"/>
                    <a:pt x="9427" y="812"/>
                  </a:cubicBezTo>
                  <a:lnTo>
                    <a:pt x="9130" y="299"/>
                  </a:lnTo>
                  <a:lnTo>
                    <a:pt x="6437" y="1853"/>
                  </a:lnTo>
                  <a:cubicBezTo>
                    <a:pt x="861" y="5072"/>
                    <a:pt x="1" y="14021"/>
                    <a:pt x="4516" y="21842"/>
                  </a:cubicBezTo>
                  <a:cubicBezTo>
                    <a:pt x="9031" y="29663"/>
                    <a:pt x="17212" y="33392"/>
                    <a:pt x="22787" y="3017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47"/>
            <p:cNvSpPr/>
            <p:nvPr/>
          </p:nvSpPr>
          <p:spPr>
            <a:xfrm>
              <a:off x="1126075" y="253700"/>
              <a:ext cx="730625" cy="868950"/>
            </a:xfrm>
            <a:custGeom>
              <a:avLst/>
              <a:gdLst/>
              <a:ahLst/>
              <a:cxnLst/>
              <a:rect l="l" t="t" r="r" b="b"/>
              <a:pathLst>
                <a:path w="29225" h="34758" extrusionOk="0">
                  <a:moveTo>
                    <a:pt x="4516" y="23208"/>
                  </a:moveTo>
                  <a:cubicBezTo>
                    <a:pt x="1" y="15387"/>
                    <a:pt x="861" y="6438"/>
                    <a:pt x="6438" y="3219"/>
                  </a:cubicBezTo>
                  <a:cubicBezTo>
                    <a:pt x="12014" y="0"/>
                    <a:pt x="20194" y="3729"/>
                    <a:pt x="24709" y="11550"/>
                  </a:cubicBezTo>
                  <a:cubicBezTo>
                    <a:pt x="29224" y="19369"/>
                    <a:pt x="28364" y="28320"/>
                    <a:pt x="22788" y="31539"/>
                  </a:cubicBezTo>
                  <a:cubicBezTo>
                    <a:pt x="17212" y="34758"/>
                    <a:pt x="9031" y="31028"/>
                    <a:pt x="4516" y="232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47"/>
            <p:cNvSpPr/>
            <p:nvPr/>
          </p:nvSpPr>
          <p:spPr>
            <a:xfrm>
              <a:off x="1206025" y="360425"/>
              <a:ext cx="574075" cy="672650"/>
            </a:xfrm>
            <a:custGeom>
              <a:avLst/>
              <a:gdLst/>
              <a:ahLst/>
              <a:cxnLst/>
              <a:rect l="l" t="t" r="r" b="b"/>
              <a:pathLst>
                <a:path w="22963" h="26906" extrusionOk="0">
                  <a:moveTo>
                    <a:pt x="18361" y="24312"/>
                  </a:moveTo>
                  <a:lnTo>
                    <a:pt x="20531" y="23058"/>
                  </a:lnTo>
                  <a:lnTo>
                    <a:pt x="20292" y="22645"/>
                  </a:lnTo>
                  <a:cubicBezTo>
                    <a:pt x="22962" y="19328"/>
                    <a:pt x="22938" y="13453"/>
                    <a:pt x="19910" y="8206"/>
                  </a:cubicBezTo>
                  <a:cubicBezTo>
                    <a:pt x="16880" y="2959"/>
                    <a:pt x="11803" y="0"/>
                    <a:pt x="7595" y="654"/>
                  </a:cubicBezTo>
                  <a:lnTo>
                    <a:pt x="7356" y="241"/>
                  </a:lnTo>
                  <a:lnTo>
                    <a:pt x="5187" y="1493"/>
                  </a:lnTo>
                  <a:cubicBezTo>
                    <a:pt x="694" y="4088"/>
                    <a:pt x="0" y="11298"/>
                    <a:pt x="3639" y="17599"/>
                  </a:cubicBezTo>
                  <a:cubicBezTo>
                    <a:pt x="7277" y="23900"/>
                    <a:pt x="13869" y="26905"/>
                    <a:pt x="18361" y="2431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47"/>
            <p:cNvSpPr/>
            <p:nvPr/>
          </p:nvSpPr>
          <p:spPr>
            <a:xfrm>
              <a:off x="1260275" y="301600"/>
              <a:ext cx="588675" cy="700175"/>
            </a:xfrm>
            <a:custGeom>
              <a:avLst/>
              <a:gdLst/>
              <a:ahLst/>
              <a:cxnLst/>
              <a:rect l="l" t="t" r="r" b="b"/>
              <a:pathLst>
                <a:path w="23547" h="28007" extrusionOk="0">
                  <a:moveTo>
                    <a:pt x="3638" y="18699"/>
                  </a:moveTo>
                  <a:cubicBezTo>
                    <a:pt x="0" y="12398"/>
                    <a:pt x="693" y="5188"/>
                    <a:pt x="5186" y="2594"/>
                  </a:cubicBezTo>
                  <a:cubicBezTo>
                    <a:pt x="9679" y="0"/>
                    <a:pt x="16270" y="3004"/>
                    <a:pt x="19908" y="9306"/>
                  </a:cubicBezTo>
                  <a:cubicBezTo>
                    <a:pt x="23547" y="15607"/>
                    <a:pt x="22853" y="22818"/>
                    <a:pt x="18361" y="25411"/>
                  </a:cubicBezTo>
                  <a:cubicBezTo>
                    <a:pt x="13867" y="28007"/>
                    <a:pt x="7277" y="25001"/>
                    <a:pt x="3638" y="1869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47"/>
            <p:cNvSpPr/>
            <p:nvPr/>
          </p:nvSpPr>
          <p:spPr>
            <a:xfrm>
              <a:off x="1473500" y="589800"/>
              <a:ext cx="124325" cy="147775"/>
            </a:xfrm>
            <a:custGeom>
              <a:avLst/>
              <a:gdLst/>
              <a:ahLst/>
              <a:cxnLst/>
              <a:rect l="l" t="t" r="r" b="b"/>
              <a:pathLst>
                <a:path w="4973" h="5911" extrusionOk="0">
                  <a:moveTo>
                    <a:pt x="3982" y="5347"/>
                  </a:moveTo>
                  <a:lnTo>
                    <a:pt x="4672" y="4949"/>
                  </a:lnTo>
                  <a:lnTo>
                    <a:pt x="4559" y="4752"/>
                  </a:lnTo>
                  <a:cubicBezTo>
                    <a:pt x="4972" y="4011"/>
                    <a:pt x="4909" y="2878"/>
                    <a:pt x="4319" y="1856"/>
                  </a:cubicBezTo>
                  <a:cubicBezTo>
                    <a:pt x="3727" y="832"/>
                    <a:pt x="2778" y="210"/>
                    <a:pt x="1930" y="197"/>
                  </a:cubicBezTo>
                  <a:lnTo>
                    <a:pt x="1815" y="0"/>
                  </a:lnTo>
                  <a:lnTo>
                    <a:pt x="1125" y="400"/>
                  </a:lnTo>
                  <a:cubicBezTo>
                    <a:pt x="150" y="962"/>
                    <a:pt x="1" y="2525"/>
                    <a:pt x="789" y="3892"/>
                  </a:cubicBezTo>
                  <a:cubicBezTo>
                    <a:pt x="1579" y="5258"/>
                    <a:pt x="3008" y="5910"/>
                    <a:pt x="3982" y="53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47"/>
            <p:cNvSpPr/>
            <p:nvPr/>
          </p:nvSpPr>
          <p:spPr>
            <a:xfrm>
              <a:off x="1490750" y="575750"/>
              <a:ext cx="127700" cy="151875"/>
            </a:xfrm>
            <a:custGeom>
              <a:avLst/>
              <a:gdLst/>
              <a:ahLst/>
              <a:cxnLst/>
              <a:rect l="l" t="t" r="r" b="b"/>
              <a:pathLst>
                <a:path w="5108" h="6075" extrusionOk="0">
                  <a:moveTo>
                    <a:pt x="790" y="4055"/>
                  </a:moveTo>
                  <a:cubicBezTo>
                    <a:pt x="1" y="2689"/>
                    <a:pt x="152" y="1125"/>
                    <a:pt x="1125" y="562"/>
                  </a:cubicBezTo>
                  <a:cubicBezTo>
                    <a:pt x="2100" y="1"/>
                    <a:pt x="3530" y="651"/>
                    <a:pt x="4319" y="2018"/>
                  </a:cubicBezTo>
                  <a:cubicBezTo>
                    <a:pt x="5107" y="3384"/>
                    <a:pt x="4957" y="4948"/>
                    <a:pt x="3982" y="5511"/>
                  </a:cubicBezTo>
                  <a:cubicBezTo>
                    <a:pt x="3009" y="6074"/>
                    <a:pt x="1579" y="5422"/>
                    <a:pt x="790" y="40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6" name="Google Shape;786;p47"/>
          <p:cNvGrpSpPr/>
          <p:nvPr/>
        </p:nvGrpSpPr>
        <p:grpSpPr>
          <a:xfrm rot="5190866">
            <a:off x="7392539" y="4127376"/>
            <a:ext cx="827991" cy="710685"/>
            <a:chOff x="3122700" y="481200"/>
            <a:chExt cx="827950" cy="710650"/>
          </a:xfrm>
        </p:grpSpPr>
        <p:sp>
          <p:nvSpPr>
            <p:cNvPr id="787" name="Google Shape;787;p47"/>
            <p:cNvSpPr/>
            <p:nvPr/>
          </p:nvSpPr>
          <p:spPr>
            <a:xfrm>
              <a:off x="3122700" y="481200"/>
              <a:ext cx="804300" cy="690700"/>
            </a:xfrm>
            <a:custGeom>
              <a:avLst/>
              <a:gdLst/>
              <a:ahLst/>
              <a:cxnLst/>
              <a:rect l="l" t="t" r="r" b="b"/>
              <a:pathLst>
                <a:path w="32172" h="27628" extrusionOk="0">
                  <a:moveTo>
                    <a:pt x="1065" y="7579"/>
                  </a:moveTo>
                  <a:lnTo>
                    <a:pt x="26841" y="27627"/>
                  </a:lnTo>
                  <a:lnTo>
                    <a:pt x="27048" y="27359"/>
                  </a:lnTo>
                  <a:cubicBezTo>
                    <a:pt x="28138" y="27380"/>
                    <a:pt x="29553" y="26559"/>
                    <a:pt x="30639" y="25163"/>
                  </a:cubicBezTo>
                  <a:cubicBezTo>
                    <a:pt x="31724" y="23768"/>
                    <a:pt x="32171" y="22194"/>
                    <a:pt x="31882" y="21143"/>
                  </a:cubicBezTo>
                  <a:lnTo>
                    <a:pt x="32092" y="20875"/>
                  </a:lnTo>
                  <a:lnTo>
                    <a:pt x="6317" y="828"/>
                  </a:lnTo>
                  <a:cubicBezTo>
                    <a:pt x="5253" y="0"/>
                    <a:pt x="3214" y="840"/>
                    <a:pt x="1764" y="2705"/>
                  </a:cubicBezTo>
                  <a:cubicBezTo>
                    <a:pt x="314" y="4569"/>
                    <a:pt x="1" y="6751"/>
                    <a:pt x="1065" y="75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47"/>
            <p:cNvSpPr/>
            <p:nvPr/>
          </p:nvSpPr>
          <p:spPr>
            <a:xfrm>
              <a:off x="3766125" y="981625"/>
              <a:ext cx="184525" cy="210225"/>
            </a:xfrm>
            <a:custGeom>
              <a:avLst/>
              <a:gdLst/>
              <a:ahLst/>
              <a:cxnLst/>
              <a:rect l="l" t="t" r="r" b="b"/>
              <a:pathLst>
                <a:path w="7381" h="8409" extrusionOk="0">
                  <a:moveTo>
                    <a:pt x="1764" y="2705"/>
                  </a:moveTo>
                  <a:cubicBezTo>
                    <a:pt x="3214" y="842"/>
                    <a:pt x="5251" y="0"/>
                    <a:pt x="6317" y="828"/>
                  </a:cubicBezTo>
                  <a:cubicBezTo>
                    <a:pt x="7381" y="1656"/>
                    <a:pt x="7068" y="3839"/>
                    <a:pt x="5617" y="5704"/>
                  </a:cubicBezTo>
                  <a:cubicBezTo>
                    <a:pt x="4167" y="7567"/>
                    <a:pt x="2128" y="8408"/>
                    <a:pt x="1064" y="7581"/>
                  </a:cubicBezTo>
                  <a:cubicBezTo>
                    <a:pt x="0" y="6753"/>
                    <a:pt x="314" y="4570"/>
                    <a:pt x="1764" y="27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9" name="Google Shape;789;p47"/>
          <p:cNvGrpSpPr/>
          <p:nvPr/>
        </p:nvGrpSpPr>
        <p:grpSpPr>
          <a:xfrm rot="-485327">
            <a:off x="857662" y="249566"/>
            <a:ext cx="827907" cy="710613"/>
            <a:chOff x="3122700" y="481200"/>
            <a:chExt cx="827950" cy="710650"/>
          </a:xfrm>
        </p:grpSpPr>
        <p:sp>
          <p:nvSpPr>
            <p:cNvPr id="790" name="Google Shape;790;p47"/>
            <p:cNvSpPr/>
            <p:nvPr/>
          </p:nvSpPr>
          <p:spPr>
            <a:xfrm>
              <a:off x="3122700" y="481200"/>
              <a:ext cx="804300" cy="690700"/>
            </a:xfrm>
            <a:custGeom>
              <a:avLst/>
              <a:gdLst/>
              <a:ahLst/>
              <a:cxnLst/>
              <a:rect l="l" t="t" r="r" b="b"/>
              <a:pathLst>
                <a:path w="32172" h="27628" extrusionOk="0">
                  <a:moveTo>
                    <a:pt x="1065" y="7579"/>
                  </a:moveTo>
                  <a:lnTo>
                    <a:pt x="26841" y="27627"/>
                  </a:lnTo>
                  <a:lnTo>
                    <a:pt x="27048" y="27359"/>
                  </a:lnTo>
                  <a:cubicBezTo>
                    <a:pt x="28138" y="27380"/>
                    <a:pt x="29553" y="26559"/>
                    <a:pt x="30639" y="25163"/>
                  </a:cubicBezTo>
                  <a:cubicBezTo>
                    <a:pt x="31724" y="23768"/>
                    <a:pt x="32171" y="22194"/>
                    <a:pt x="31882" y="21143"/>
                  </a:cubicBezTo>
                  <a:lnTo>
                    <a:pt x="32092" y="20875"/>
                  </a:lnTo>
                  <a:lnTo>
                    <a:pt x="6317" y="828"/>
                  </a:lnTo>
                  <a:cubicBezTo>
                    <a:pt x="5253" y="0"/>
                    <a:pt x="3214" y="840"/>
                    <a:pt x="1764" y="2705"/>
                  </a:cubicBezTo>
                  <a:cubicBezTo>
                    <a:pt x="314" y="4569"/>
                    <a:pt x="1" y="6751"/>
                    <a:pt x="1065" y="757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47"/>
            <p:cNvSpPr/>
            <p:nvPr/>
          </p:nvSpPr>
          <p:spPr>
            <a:xfrm>
              <a:off x="3766125" y="981625"/>
              <a:ext cx="184525" cy="210225"/>
            </a:xfrm>
            <a:custGeom>
              <a:avLst/>
              <a:gdLst/>
              <a:ahLst/>
              <a:cxnLst/>
              <a:rect l="l" t="t" r="r" b="b"/>
              <a:pathLst>
                <a:path w="7381" h="8409" extrusionOk="0">
                  <a:moveTo>
                    <a:pt x="1764" y="2705"/>
                  </a:moveTo>
                  <a:cubicBezTo>
                    <a:pt x="3214" y="842"/>
                    <a:pt x="5251" y="0"/>
                    <a:pt x="6317" y="828"/>
                  </a:cubicBezTo>
                  <a:cubicBezTo>
                    <a:pt x="7381" y="1656"/>
                    <a:pt x="7068" y="3839"/>
                    <a:pt x="5617" y="5704"/>
                  </a:cubicBezTo>
                  <a:cubicBezTo>
                    <a:pt x="4167" y="7567"/>
                    <a:pt x="2128" y="8408"/>
                    <a:pt x="1064" y="7581"/>
                  </a:cubicBezTo>
                  <a:cubicBezTo>
                    <a:pt x="0" y="6753"/>
                    <a:pt x="314" y="4570"/>
                    <a:pt x="1764" y="27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2" name="Google Shape;792;p47"/>
          <p:cNvGrpSpPr/>
          <p:nvPr/>
        </p:nvGrpSpPr>
        <p:grpSpPr>
          <a:xfrm>
            <a:off x="601463" y="3726950"/>
            <a:ext cx="1340300" cy="1022175"/>
            <a:chOff x="4552025" y="1720300"/>
            <a:chExt cx="1340300" cy="1022175"/>
          </a:xfrm>
        </p:grpSpPr>
        <p:sp>
          <p:nvSpPr>
            <p:cNvPr id="793" name="Google Shape;793;p47"/>
            <p:cNvSpPr/>
            <p:nvPr/>
          </p:nvSpPr>
          <p:spPr>
            <a:xfrm>
              <a:off x="5245525" y="2236225"/>
              <a:ext cx="646800" cy="490025"/>
            </a:xfrm>
            <a:custGeom>
              <a:avLst/>
              <a:gdLst/>
              <a:ahLst/>
              <a:cxnLst/>
              <a:rect l="l" t="t" r="r" b="b"/>
              <a:pathLst>
                <a:path w="25872" h="19601" extrusionOk="0">
                  <a:moveTo>
                    <a:pt x="24803" y="13923"/>
                  </a:moveTo>
                  <a:lnTo>
                    <a:pt x="3255" y="0"/>
                  </a:lnTo>
                  <a:lnTo>
                    <a:pt x="1" y="5038"/>
                  </a:lnTo>
                  <a:lnTo>
                    <a:pt x="21549" y="18959"/>
                  </a:lnTo>
                  <a:cubicBezTo>
                    <a:pt x="22542" y="19600"/>
                    <a:pt x="24074" y="18993"/>
                    <a:pt x="24972" y="17602"/>
                  </a:cubicBezTo>
                  <a:cubicBezTo>
                    <a:pt x="25871" y="16210"/>
                    <a:pt x="25796" y="14564"/>
                    <a:pt x="24803" y="139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47"/>
            <p:cNvSpPr/>
            <p:nvPr/>
          </p:nvSpPr>
          <p:spPr>
            <a:xfrm>
              <a:off x="4898350" y="1870800"/>
              <a:ext cx="759875" cy="871675"/>
            </a:xfrm>
            <a:custGeom>
              <a:avLst/>
              <a:gdLst/>
              <a:ahLst/>
              <a:cxnLst/>
              <a:rect l="l" t="t" r="r" b="b"/>
              <a:pathLst>
                <a:path w="30395" h="34867" extrusionOk="0">
                  <a:moveTo>
                    <a:pt x="24286" y="2373"/>
                  </a:moveTo>
                  <a:lnTo>
                    <a:pt x="21545" y="603"/>
                  </a:lnTo>
                  <a:lnTo>
                    <a:pt x="21208" y="1124"/>
                  </a:lnTo>
                  <a:cubicBezTo>
                    <a:pt x="15776" y="1"/>
                    <a:pt x="8980" y="3518"/>
                    <a:pt x="4697" y="10147"/>
                  </a:cubicBezTo>
                  <a:cubicBezTo>
                    <a:pt x="414" y="16775"/>
                    <a:pt x="1" y="24417"/>
                    <a:pt x="3259" y="28907"/>
                  </a:cubicBezTo>
                  <a:lnTo>
                    <a:pt x="2921" y="29429"/>
                  </a:lnTo>
                  <a:lnTo>
                    <a:pt x="5662" y="31200"/>
                  </a:lnTo>
                  <a:cubicBezTo>
                    <a:pt x="11337" y="34867"/>
                    <a:pt x="20108" y="31387"/>
                    <a:pt x="25251" y="23426"/>
                  </a:cubicBezTo>
                  <a:cubicBezTo>
                    <a:pt x="30395" y="15467"/>
                    <a:pt x="29962" y="6041"/>
                    <a:pt x="24286" y="237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47"/>
            <p:cNvSpPr/>
            <p:nvPr/>
          </p:nvSpPr>
          <p:spPr>
            <a:xfrm>
              <a:off x="4818650" y="1794175"/>
              <a:ext cx="771050" cy="904050"/>
            </a:xfrm>
            <a:custGeom>
              <a:avLst/>
              <a:gdLst/>
              <a:ahLst/>
              <a:cxnLst/>
              <a:rect l="l" t="t" r="r" b="b"/>
              <a:pathLst>
                <a:path w="30842" h="36162" extrusionOk="0">
                  <a:moveTo>
                    <a:pt x="25698" y="24721"/>
                  </a:moveTo>
                  <a:cubicBezTo>
                    <a:pt x="20555" y="32681"/>
                    <a:pt x="11786" y="36162"/>
                    <a:pt x="6109" y="32494"/>
                  </a:cubicBezTo>
                  <a:cubicBezTo>
                    <a:pt x="433" y="28827"/>
                    <a:pt x="1" y="19401"/>
                    <a:pt x="5144" y="11442"/>
                  </a:cubicBezTo>
                  <a:cubicBezTo>
                    <a:pt x="10287" y="3481"/>
                    <a:pt x="19058" y="1"/>
                    <a:pt x="24733" y="3668"/>
                  </a:cubicBezTo>
                  <a:cubicBezTo>
                    <a:pt x="30409" y="7334"/>
                    <a:pt x="30842" y="16760"/>
                    <a:pt x="25698" y="247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47"/>
            <p:cNvSpPr/>
            <p:nvPr/>
          </p:nvSpPr>
          <p:spPr>
            <a:xfrm>
              <a:off x="4784000" y="1796875"/>
              <a:ext cx="759825" cy="871725"/>
            </a:xfrm>
            <a:custGeom>
              <a:avLst/>
              <a:gdLst/>
              <a:ahLst/>
              <a:cxnLst/>
              <a:rect l="l" t="t" r="r" b="b"/>
              <a:pathLst>
                <a:path w="30393" h="34869" extrusionOk="0">
                  <a:moveTo>
                    <a:pt x="24285" y="2375"/>
                  </a:moveTo>
                  <a:lnTo>
                    <a:pt x="21544" y="603"/>
                  </a:lnTo>
                  <a:lnTo>
                    <a:pt x="21207" y="1126"/>
                  </a:lnTo>
                  <a:cubicBezTo>
                    <a:pt x="15775" y="1"/>
                    <a:pt x="8978" y="3520"/>
                    <a:pt x="4696" y="10148"/>
                  </a:cubicBezTo>
                  <a:cubicBezTo>
                    <a:pt x="413" y="16776"/>
                    <a:pt x="0" y="24419"/>
                    <a:pt x="3258" y="28908"/>
                  </a:cubicBezTo>
                  <a:lnTo>
                    <a:pt x="2921" y="29431"/>
                  </a:lnTo>
                  <a:lnTo>
                    <a:pt x="5660" y="31201"/>
                  </a:lnTo>
                  <a:cubicBezTo>
                    <a:pt x="11337" y="34868"/>
                    <a:pt x="20108" y="31389"/>
                    <a:pt x="25251" y="23428"/>
                  </a:cubicBezTo>
                  <a:cubicBezTo>
                    <a:pt x="30393" y="15468"/>
                    <a:pt x="29960" y="6042"/>
                    <a:pt x="24285" y="23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47"/>
            <p:cNvSpPr/>
            <p:nvPr/>
          </p:nvSpPr>
          <p:spPr>
            <a:xfrm>
              <a:off x="4704300" y="1720300"/>
              <a:ext cx="771025" cy="904025"/>
            </a:xfrm>
            <a:custGeom>
              <a:avLst/>
              <a:gdLst/>
              <a:ahLst/>
              <a:cxnLst/>
              <a:rect l="l" t="t" r="r" b="b"/>
              <a:pathLst>
                <a:path w="30841" h="36161" extrusionOk="0">
                  <a:moveTo>
                    <a:pt x="25698" y="24720"/>
                  </a:moveTo>
                  <a:cubicBezTo>
                    <a:pt x="20555" y="32680"/>
                    <a:pt x="11784" y="36161"/>
                    <a:pt x="6109" y="32494"/>
                  </a:cubicBezTo>
                  <a:cubicBezTo>
                    <a:pt x="432" y="28826"/>
                    <a:pt x="0" y="19400"/>
                    <a:pt x="5143" y="11441"/>
                  </a:cubicBezTo>
                  <a:cubicBezTo>
                    <a:pt x="10286" y="3480"/>
                    <a:pt x="19056" y="0"/>
                    <a:pt x="24732" y="3668"/>
                  </a:cubicBezTo>
                  <a:cubicBezTo>
                    <a:pt x="30409" y="7333"/>
                    <a:pt x="30841" y="16759"/>
                    <a:pt x="25698" y="2472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47"/>
            <p:cNvSpPr/>
            <p:nvPr/>
          </p:nvSpPr>
          <p:spPr>
            <a:xfrm>
              <a:off x="4571150" y="1804825"/>
              <a:ext cx="653650" cy="490150"/>
            </a:xfrm>
            <a:custGeom>
              <a:avLst/>
              <a:gdLst/>
              <a:ahLst/>
              <a:cxnLst/>
              <a:rect l="l" t="t" r="r" b="b"/>
              <a:pathLst>
                <a:path w="26146" h="19606" extrusionOk="0">
                  <a:moveTo>
                    <a:pt x="25077" y="13928"/>
                  </a:moveTo>
                  <a:lnTo>
                    <a:pt x="3521" y="0"/>
                  </a:lnTo>
                  <a:lnTo>
                    <a:pt x="3391" y="201"/>
                  </a:lnTo>
                  <a:cubicBezTo>
                    <a:pt x="2502" y="170"/>
                    <a:pt x="1473" y="773"/>
                    <a:pt x="800" y="1814"/>
                  </a:cubicBezTo>
                  <a:cubicBezTo>
                    <a:pt x="128" y="2855"/>
                    <a:pt x="1" y="4039"/>
                    <a:pt x="397" y="4837"/>
                  </a:cubicBezTo>
                  <a:lnTo>
                    <a:pt x="267" y="5038"/>
                  </a:lnTo>
                  <a:lnTo>
                    <a:pt x="21823" y="18964"/>
                  </a:lnTo>
                  <a:cubicBezTo>
                    <a:pt x="22814" y="19606"/>
                    <a:pt x="24347" y="18998"/>
                    <a:pt x="25246" y="17606"/>
                  </a:cubicBezTo>
                  <a:cubicBezTo>
                    <a:pt x="26146" y="16215"/>
                    <a:pt x="26070" y="14568"/>
                    <a:pt x="25077" y="139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47"/>
            <p:cNvSpPr/>
            <p:nvPr/>
          </p:nvSpPr>
          <p:spPr>
            <a:xfrm>
              <a:off x="4552025" y="1789400"/>
              <a:ext cx="134750" cy="157950"/>
            </a:xfrm>
            <a:custGeom>
              <a:avLst/>
              <a:gdLst/>
              <a:ahLst/>
              <a:cxnLst/>
              <a:rect l="l" t="t" r="r" b="b"/>
              <a:pathLst>
                <a:path w="5390" h="6318" extrusionOk="0">
                  <a:moveTo>
                    <a:pt x="4490" y="4320"/>
                  </a:moveTo>
                  <a:cubicBezTo>
                    <a:pt x="3592" y="5710"/>
                    <a:pt x="2059" y="6318"/>
                    <a:pt x="1067" y="5678"/>
                  </a:cubicBezTo>
                  <a:cubicBezTo>
                    <a:pt x="76" y="5037"/>
                    <a:pt x="0" y="3389"/>
                    <a:pt x="898" y="1999"/>
                  </a:cubicBezTo>
                  <a:cubicBezTo>
                    <a:pt x="1797" y="608"/>
                    <a:pt x="3330" y="0"/>
                    <a:pt x="4321" y="640"/>
                  </a:cubicBezTo>
                  <a:cubicBezTo>
                    <a:pt x="5313" y="1282"/>
                    <a:pt x="5389" y="2929"/>
                    <a:pt x="4490" y="432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Imagen 6">
            <a:extLst>
              <a:ext uri="{FF2B5EF4-FFF2-40B4-BE49-F238E27FC236}">
                <a16:creationId xmlns:a16="http://schemas.microsoft.com/office/drawing/2014/main" id="{0B2D45BD-78F0-E79C-9E07-867DD51B0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7783" y="2991187"/>
            <a:ext cx="4379401" cy="16097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itness Gym Social Media Strategy by Slidesgo">
  <a:themeElements>
    <a:clrScheme name="Simple Light">
      <a:dk1>
        <a:srgbClr val="2A265A"/>
      </a:dk1>
      <a:lt1>
        <a:srgbClr val="F5F7FA"/>
      </a:lt1>
      <a:dk2>
        <a:srgbClr val="303383"/>
      </a:dk2>
      <a:lt2>
        <a:srgbClr val="5054B9"/>
      </a:lt2>
      <a:accent1>
        <a:srgbClr val="869DE9"/>
      </a:accent1>
      <a:accent2>
        <a:srgbClr val="F399A2"/>
      </a:accent2>
      <a:accent3>
        <a:srgbClr val="F7C5CF"/>
      </a:accent3>
      <a:accent4>
        <a:srgbClr val="FFE1D7"/>
      </a:accent4>
      <a:accent5>
        <a:srgbClr val="FFFFFF"/>
      </a:accent5>
      <a:accent6>
        <a:srgbClr val="FFFFFF"/>
      </a:accent6>
      <a:hlink>
        <a:srgbClr val="2A265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940</TotalTime>
  <Words>133</Words>
  <Application>Microsoft Office PowerPoint</Application>
  <PresentationFormat>Presentación en pantalla (16:9)</PresentationFormat>
  <Paragraphs>45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7" baseType="lpstr">
      <vt:lpstr>Arial</vt:lpstr>
      <vt:lpstr>Bebas Neue</vt:lpstr>
      <vt:lpstr>Teko</vt:lpstr>
      <vt:lpstr>Raleway</vt:lpstr>
      <vt:lpstr>Noto Sans Light</vt:lpstr>
      <vt:lpstr>Nunito Light</vt:lpstr>
      <vt:lpstr>Noto Sans</vt:lpstr>
      <vt:lpstr>Fitness Gym Social Media Strategy by Slidesgo</vt:lpstr>
      <vt:lpstr>Allurralde kiroldegia</vt:lpstr>
      <vt:lpstr>Aurkibidea</vt:lpstr>
      <vt:lpstr>Garapen prozesua</vt:lpstr>
      <vt:lpstr>Web orria</vt:lpstr>
      <vt:lpstr>Java programa</vt:lpstr>
      <vt:lpstr>C# programa</vt:lpstr>
      <vt:lpstr>Datu basea</vt:lpstr>
      <vt:lpstr>Hobekuntzak</vt:lpstr>
      <vt:lpstr>Eskerrik asko entzuteagatik!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Iraitz Guisado</dc:creator>
  <cp:lastModifiedBy>Guisado Lorente, Iraitz</cp:lastModifiedBy>
  <cp:revision>2</cp:revision>
  <dcterms:modified xsi:type="dcterms:W3CDTF">2025-04-08T06:22:10Z</dcterms:modified>
</cp:coreProperties>
</file>